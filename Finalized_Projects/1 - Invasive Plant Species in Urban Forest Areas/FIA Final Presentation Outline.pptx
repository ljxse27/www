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comments+xml" PartName="/ppt/comments/comment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commentAuthors+xml" PartName="/ppt/commentAuthors.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2"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Lst>
  <p:sldSz cy="5143500" cx="9144000"/>
  <p:notesSz cx="6858000" cy="9144000"/>
  <p:embeddedFontLst>
    <p:embeddedFont>
      <p:font typeface="Roboto"/>
      <p:regular r:id="rId33"/>
      <p:bold r:id="rId34"/>
      <p:italic r:id="rId35"/>
      <p:boldItalic r:id="rId36"/>
    </p:embeddedFont>
    <p:embeddedFont>
      <p:font typeface="Oswald"/>
      <p:regular r:id="rId37"/>
      <p:bold r:id="rId3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commentAuthors.xml><?xml version="1.0" encoding="utf-8"?>
<p:cmAuthor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Author clrIdx="0" id="0" initials="" lastIdx="1" name="Harrison Halesworth"/>
</p:cmAuthorLst>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3F33836A-AF81-4A84-BC72-258D4CD1CACB}">
  <a:tblStyle styleId="{3F33836A-AF81-4A84-BC72-258D4CD1CACB}"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581CBB6C-C035-4D38-8C71-1560DAD56A0B}" styleName="Table_1">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3.xml"/><Relationship Id="rId22" Type="http://schemas.openxmlformats.org/officeDocument/2006/relationships/slide" Target="slides/slide15.xml"/><Relationship Id="rId21" Type="http://schemas.openxmlformats.org/officeDocument/2006/relationships/slide" Target="slides/slide14.xml"/><Relationship Id="rId24" Type="http://schemas.openxmlformats.org/officeDocument/2006/relationships/slide" Target="slides/slide17.xml"/><Relationship Id="rId23" Type="http://schemas.openxmlformats.org/officeDocument/2006/relationships/slide" Target="slides/slide16.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26" Type="http://schemas.openxmlformats.org/officeDocument/2006/relationships/slide" Target="slides/slide19.xml"/><Relationship Id="rId25" Type="http://schemas.openxmlformats.org/officeDocument/2006/relationships/slide" Target="slides/slide18.xml"/><Relationship Id="rId28" Type="http://schemas.openxmlformats.org/officeDocument/2006/relationships/slide" Target="slides/slide21.xml"/><Relationship Id="rId27" Type="http://schemas.openxmlformats.org/officeDocument/2006/relationships/slide" Target="slides/slide20.xml"/><Relationship Id="rId5" Type="http://schemas.openxmlformats.org/officeDocument/2006/relationships/commentAuthors" Target="commentAuthors.xml"/><Relationship Id="rId6" Type="http://schemas.openxmlformats.org/officeDocument/2006/relationships/slideMaster" Target="slideMasters/slideMaster1.xml"/><Relationship Id="rId29" Type="http://schemas.openxmlformats.org/officeDocument/2006/relationships/slide" Target="slides/slide22.xml"/><Relationship Id="rId7" Type="http://schemas.openxmlformats.org/officeDocument/2006/relationships/notesMaster" Target="notesMasters/notesMaster1.xml"/><Relationship Id="rId8" Type="http://schemas.openxmlformats.org/officeDocument/2006/relationships/slide" Target="slides/slide1.xml"/><Relationship Id="rId31" Type="http://schemas.openxmlformats.org/officeDocument/2006/relationships/slide" Target="slides/slide24.xml"/><Relationship Id="rId30" Type="http://schemas.openxmlformats.org/officeDocument/2006/relationships/slide" Target="slides/slide23.xml"/><Relationship Id="rId11" Type="http://schemas.openxmlformats.org/officeDocument/2006/relationships/slide" Target="slides/slide4.xml"/><Relationship Id="rId33" Type="http://schemas.openxmlformats.org/officeDocument/2006/relationships/font" Target="fonts/Roboto-regular.fntdata"/><Relationship Id="rId10" Type="http://schemas.openxmlformats.org/officeDocument/2006/relationships/slide" Target="slides/slide3.xml"/><Relationship Id="rId32" Type="http://schemas.openxmlformats.org/officeDocument/2006/relationships/slide" Target="slides/slide25.xml"/><Relationship Id="rId13" Type="http://schemas.openxmlformats.org/officeDocument/2006/relationships/slide" Target="slides/slide6.xml"/><Relationship Id="rId35" Type="http://schemas.openxmlformats.org/officeDocument/2006/relationships/font" Target="fonts/Roboto-italic.fntdata"/><Relationship Id="rId12" Type="http://schemas.openxmlformats.org/officeDocument/2006/relationships/slide" Target="slides/slide5.xml"/><Relationship Id="rId34" Type="http://schemas.openxmlformats.org/officeDocument/2006/relationships/font" Target="fonts/Roboto-bold.fntdata"/><Relationship Id="rId15" Type="http://schemas.openxmlformats.org/officeDocument/2006/relationships/slide" Target="slides/slide8.xml"/><Relationship Id="rId37" Type="http://schemas.openxmlformats.org/officeDocument/2006/relationships/font" Target="fonts/Oswald-regular.fntdata"/><Relationship Id="rId14" Type="http://schemas.openxmlformats.org/officeDocument/2006/relationships/slide" Target="slides/slide7.xml"/><Relationship Id="rId36" Type="http://schemas.openxmlformats.org/officeDocument/2006/relationships/font" Target="fonts/Roboto-boldItalic.fntdata"/><Relationship Id="rId17" Type="http://schemas.openxmlformats.org/officeDocument/2006/relationships/slide" Target="slides/slide10.xml"/><Relationship Id="rId16" Type="http://schemas.openxmlformats.org/officeDocument/2006/relationships/slide" Target="slides/slide9.xml"/><Relationship Id="rId38" Type="http://schemas.openxmlformats.org/officeDocument/2006/relationships/font" Target="fonts/Oswald-bold.fntdata"/><Relationship Id="rId19" Type="http://schemas.openxmlformats.org/officeDocument/2006/relationships/slide" Target="slides/slide12.xml"/><Relationship Id="rId18" Type="http://schemas.openxmlformats.org/officeDocument/2006/relationships/slide" Target="slides/slide11.xml"/></Relationships>
</file>

<file path=ppt/comments/comment1.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1" dt="2024-12-16T17:24:49.655">
    <p:pos x="6000" y="0"/>
    <p:text>Include feature importances across all IPS for models 1 and 2</p:tex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 name="Shape 57"/>
        <p:cNvGrpSpPr/>
        <p:nvPr/>
      </p:nvGrpSpPr>
      <p:grpSpPr>
        <a:xfrm>
          <a:off x="0" y="0"/>
          <a:ext cx="0" cy="0"/>
          <a:chOff x="0" y="0"/>
          <a:chExt cx="0" cy="0"/>
        </a:xfrm>
      </p:grpSpPr>
      <p:sp>
        <p:nvSpPr>
          <p:cNvPr id="58" name="Google Shape;58;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9" name="Google Shape;59;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All</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g2d5eec447a9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 name="Google Shape;66;g2d5eec447a9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Tegan</a:t>
            </a:r>
            <a:endParaRPr/>
          </a:p>
          <a:p>
            <a:pPr indent="0" lvl="0" marL="0" rtl="0" algn="l">
              <a:spcBef>
                <a:spcPts val="0"/>
              </a:spcBef>
              <a:spcAft>
                <a:spcPts val="0"/>
              </a:spcAft>
              <a:buNone/>
            </a:pPr>
            <a:r>
              <a:rPr lang="en" sz="1350">
                <a:solidFill>
                  <a:srgbClr val="001D35"/>
                </a:solidFill>
                <a:highlight>
                  <a:srgbClr val="FFFFFF"/>
                </a:highlight>
                <a:latin typeface="Roboto"/>
                <a:ea typeface="Roboto"/>
                <a:cs typeface="Roboto"/>
                <a:sym typeface="Roboto"/>
              </a:rPr>
              <a:t>An urban forest is </a:t>
            </a:r>
            <a:r>
              <a:rPr lang="en" sz="1350">
                <a:solidFill>
                  <a:schemeClr val="dk1"/>
                </a:solidFill>
                <a:latin typeface="Roboto"/>
                <a:ea typeface="Roboto"/>
                <a:cs typeface="Roboto"/>
                <a:sym typeface="Roboto"/>
              </a:rPr>
              <a:t>a collection of trees and other vegetation in urban areas. </a:t>
            </a:r>
            <a:r>
              <a:rPr lang="en" sz="1350">
                <a:solidFill>
                  <a:srgbClr val="001D35"/>
                </a:solidFill>
                <a:highlight>
                  <a:srgbClr val="FFFFFF"/>
                </a:highlight>
                <a:latin typeface="Roboto"/>
                <a:ea typeface="Roboto"/>
                <a:cs typeface="Roboto"/>
                <a:sym typeface="Roboto"/>
              </a:rPr>
              <a:t>Urban forests can include trees in parks, along streets, and in residential properties</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 name="Shape 72"/>
        <p:cNvGrpSpPr/>
        <p:nvPr/>
      </p:nvGrpSpPr>
      <p:grpSpPr>
        <a:xfrm>
          <a:off x="0" y="0"/>
          <a:ext cx="0" cy="0"/>
          <a:chOff x="0" y="0"/>
          <a:chExt cx="0" cy="0"/>
        </a:xfrm>
      </p:grpSpPr>
      <p:sp>
        <p:nvSpPr>
          <p:cNvPr id="73" name="Google Shape;73;g31c9f66e72f_0_1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 name="Google Shape;74;g31c9f66e72f_0_1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457200" rtl="0" algn="l">
              <a:spcBef>
                <a:spcPts val="480"/>
              </a:spcBef>
              <a:spcAft>
                <a:spcPts val="0"/>
              </a:spcAft>
              <a:buNone/>
            </a:pPr>
            <a:r>
              <a:rPr lang="en" sz="1200">
                <a:solidFill>
                  <a:srgbClr val="004978"/>
                </a:solidFill>
              </a:rPr>
              <a:t>Tegan</a:t>
            </a:r>
            <a:endParaRPr sz="1200">
              <a:solidFill>
                <a:srgbClr val="004978"/>
              </a:solidFill>
            </a:endParaRPr>
          </a:p>
          <a:p>
            <a:pPr indent="-304800" lvl="0" marL="457200" rtl="0" algn="l">
              <a:spcBef>
                <a:spcPts val="480"/>
              </a:spcBef>
              <a:spcAft>
                <a:spcPts val="0"/>
              </a:spcAft>
              <a:buClr>
                <a:srgbClr val="004978"/>
              </a:buClr>
              <a:buSzPts val="1200"/>
              <a:buChar char="●"/>
            </a:pPr>
            <a:r>
              <a:rPr lang="en" sz="1200">
                <a:solidFill>
                  <a:srgbClr val="004978"/>
                </a:solidFill>
              </a:rPr>
              <a:t>Explain IPS but be specific about which we are focusing on</a:t>
            </a:r>
            <a:endParaRPr sz="1200">
              <a:solidFill>
                <a:srgbClr val="004978"/>
              </a:solidFill>
            </a:endParaRPr>
          </a:p>
          <a:p>
            <a:pPr indent="-304800" lvl="0" marL="457200" rtl="0" algn="l">
              <a:spcBef>
                <a:spcPts val="0"/>
              </a:spcBef>
              <a:spcAft>
                <a:spcPts val="0"/>
              </a:spcAft>
              <a:buClr>
                <a:srgbClr val="004978"/>
              </a:buClr>
              <a:buSzPts val="1200"/>
              <a:buChar char="●"/>
            </a:pPr>
            <a:r>
              <a:rPr lang="en" sz="1200">
                <a:solidFill>
                  <a:srgbClr val="004978"/>
                </a:solidFill>
              </a:rPr>
              <a:t>Explain UFIA vs. FIA</a:t>
            </a:r>
            <a:endParaRPr sz="1200">
              <a:solidFill>
                <a:srgbClr val="004978"/>
              </a:solidFill>
            </a:endParaRPr>
          </a:p>
          <a:p>
            <a:pPr indent="-304800" lvl="0" marL="457200" rtl="0" algn="l">
              <a:spcBef>
                <a:spcPts val="0"/>
              </a:spcBef>
              <a:spcAft>
                <a:spcPts val="0"/>
              </a:spcAft>
              <a:buClr>
                <a:srgbClr val="004978"/>
              </a:buClr>
              <a:buSzPts val="1200"/>
              <a:buChar char="●"/>
            </a:pPr>
            <a:r>
              <a:rPr lang="en" sz="1200">
                <a:solidFill>
                  <a:srgbClr val="004978"/>
                </a:solidFill>
              </a:rPr>
              <a:t>Why UFIA’s work is important</a:t>
            </a:r>
            <a:endParaRPr sz="1200">
              <a:solidFill>
                <a:srgbClr val="004978"/>
              </a:solidFill>
            </a:endParaRPr>
          </a:p>
          <a:p>
            <a:pPr indent="-304800" lvl="0" marL="457200" rtl="0" algn="l">
              <a:spcBef>
                <a:spcPts val="0"/>
              </a:spcBef>
              <a:spcAft>
                <a:spcPts val="0"/>
              </a:spcAft>
              <a:buClr>
                <a:srgbClr val="004978"/>
              </a:buClr>
              <a:buSzPts val="1200"/>
              <a:buChar char="●"/>
            </a:pPr>
            <a:r>
              <a:rPr lang="en" sz="1200">
                <a:solidFill>
                  <a:srgbClr val="004978"/>
                </a:solidFill>
              </a:rPr>
              <a:t>How/where UFIA is collecting data</a:t>
            </a:r>
            <a:endParaRPr sz="1200">
              <a:solidFill>
                <a:srgbClr val="004978"/>
              </a:solidFill>
            </a:endParaRPr>
          </a:p>
          <a:p>
            <a:pPr indent="-304800" lvl="0" marL="457200" rtl="0" algn="l">
              <a:spcBef>
                <a:spcPts val="0"/>
              </a:spcBef>
              <a:spcAft>
                <a:spcPts val="0"/>
              </a:spcAft>
              <a:buClr>
                <a:srgbClr val="004978"/>
              </a:buClr>
              <a:buSzPts val="1200"/>
              <a:buChar char="●"/>
            </a:pPr>
            <a:r>
              <a:rPr lang="en" sz="1200">
                <a:solidFill>
                  <a:srgbClr val="004978"/>
                </a:solidFill>
              </a:rPr>
              <a:t>Data visualizations!!! </a:t>
            </a:r>
            <a:endParaRPr sz="1200">
              <a:solidFill>
                <a:srgbClr val="004978"/>
              </a:solidFill>
            </a:endParaRPr>
          </a:p>
          <a:p>
            <a:pPr indent="-304800" lvl="0" marL="457200" rtl="0" algn="l">
              <a:spcBef>
                <a:spcPts val="0"/>
              </a:spcBef>
              <a:spcAft>
                <a:spcPts val="0"/>
              </a:spcAft>
              <a:buClr>
                <a:srgbClr val="004978"/>
              </a:buClr>
              <a:buSzPts val="1200"/>
              <a:buChar char="●"/>
            </a:pPr>
            <a:r>
              <a:rPr lang="en" sz="1350">
                <a:solidFill>
                  <a:srgbClr val="001D35"/>
                </a:solidFill>
                <a:highlight>
                  <a:srgbClr val="FFFFFF"/>
                </a:highlight>
                <a:latin typeface="Roboto"/>
                <a:ea typeface="Roboto"/>
                <a:cs typeface="Roboto"/>
                <a:sym typeface="Roboto"/>
              </a:rPr>
              <a:t>Urban FIA collects data on plants in a city, and assesses their quantity, health, and species composition, to understand the benefits and potential risks of the urban forest. It essentially provides a detailed picture of the urban tree canopy to help policy decisions</a:t>
            </a:r>
            <a:endParaRPr sz="1200">
              <a:solidFill>
                <a:srgbClr val="004978"/>
              </a:solidFil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g2d5eec447a9_2_1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 name="Google Shape;97;g2d5eec447a9_2_1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381000" lvl="0" marL="457200" rtl="0" algn="l">
              <a:spcBef>
                <a:spcPts val="480"/>
              </a:spcBef>
              <a:spcAft>
                <a:spcPts val="0"/>
              </a:spcAft>
              <a:buClr>
                <a:srgbClr val="004978"/>
              </a:buClr>
              <a:buSzPts val="2400"/>
              <a:buChar char="●"/>
            </a:pPr>
            <a:r>
              <a:rPr lang="en" sz="2400">
                <a:solidFill>
                  <a:srgbClr val="004978"/>
                </a:solidFill>
              </a:rPr>
              <a:t>lissandro</a:t>
            </a:r>
            <a:endParaRPr sz="2400">
              <a:solidFill>
                <a:srgbClr val="004978"/>
              </a:solidFill>
            </a:endParaRPr>
          </a:p>
          <a:p>
            <a:pPr indent="-381000" lvl="0" marL="457200" rtl="0" algn="l">
              <a:spcBef>
                <a:spcPts val="0"/>
              </a:spcBef>
              <a:spcAft>
                <a:spcPts val="0"/>
              </a:spcAft>
              <a:buClr>
                <a:srgbClr val="004978"/>
              </a:buClr>
              <a:buSzPts val="2400"/>
              <a:buChar char="●"/>
            </a:pPr>
            <a:r>
              <a:t/>
            </a:r>
            <a:endParaRPr sz="2400">
              <a:solidFill>
                <a:srgbClr val="004978"/>
              </a:solidFill>
            </a:endParaRPr>
          </a:p>
          <a:p>
            <a:pPr indent="-381000" lvl="0" marL="457200" rtl="0" algn="l">
              <a:spcBef>
                <a:spcPts val="0"/>
              </a:spcBef>
              <a:spcAft>
                <a:spcPts val="0"/>
              </a:spcAft>
              <a:buClr>
                <a:srgbClr val="004978"/>
              </a:buClr>
              <a:buSzPts val="2400"/>
              <a:buChar char="●"/>
            </a:pPr>
            <a:r>
              <a:rPr lang="en" sz="2400">
                <a:solidFill>
                  <a:srgbClr val="004978"/>
                </a:solidFill>
              </a:rPr>
              <a:t>Explain plot and condition level data, why it was an issue</a:t>
            </a:r>
            <a:endParaRPr sz="2400">
              <a:solidFill>
                <a:srgbClr val="004978"/>
              </a:solidFill>
            </a:endParaRPr>
          </a:p>
          <a:p>
            <a:pPr indent="-355600" lvl="1" marL="914400" rtl="0" algn="l">
              <a:spcBef>
                <a:spcPts val="0"/>
              </a:spcBef>
              <a:spcAft>
                <a:spcPts val="0"/>
              </a:spcAft>
              <a:buClr>
                <a:srgbClr val="004978"/>
              </a:buClr>
              <a:buSzPts val="2000"/>
              <a:buChar char="○"/>
            </a:pPr>
            <a:r>
              <a:rPr lang="en" sz="2000">
                <a:solidFill>
                  <a:srgbClr val="004978"/>
                </a:solidFill>
              </a:rPr>
              <a:t>Explain our solution (weighted averages, aggregating features to plot level from condition level)</a:t>
            </a:r>
            <a:endParaRPr sz="2000">
              <a:solidFill>
                <a:srgbClr val="004978"/>
              </a:solidFill>
            </a:endParaRPr>
          </a:p>
          <a:p>
            <a:pPr indent="-355600" lvl="1" marL="914400" rtl="0" algn="l">
              <a:spcBef>
                <a:spcPts val="0"/>
              </a:spcBef>
              <a:spcAft>
                <a:spcPts val="0"/>
              </a:spcAft>
              <a:buClr>
                <a:srgbClr val="004978"/>
              </a:buClr>
              <a:buSzPts val="2000"/>
              <a:buChar char="○"/>
            </a:pPr>
            <a:r>
              <a:rPr lang="en" sz="2000">
                <a:solidFill>
                  <a:srgbClr val="004978"/>
                </a:solidFill>
              </a:rPr>
              <a:t>Include the graphic from Andy’s presentation</a:t>
            </a:r>
            <a:endParaRPr sz="2000">
              <a:solidFill>
                <a:srgbClr val="004978"/>
              </a:solidFill>
            </a:endParaRPr>
          </a:p>
          <a:p>
            <a:pPr indent="-381000" lvl="0" marL="457200" rtl="0" algn="l">
              <a:spcBef>
                <a:spcPts val="0"/>
              </a:spcBef>
              <a:spcAft>
                <a:spcPts val="0"/>
              </a:spcAft>
              <a:buClr>
                <a:srgbClr val="004978"/>
              </a:buClr>
              <a:buSzPts val="2400"/>
              <a:buChar char="●"/>
            </a:pPr>
            <a:r>
              <a:rPr lang="en" sz="2400">
                <a:solidFill>
                  <a:srgbClr val="004978"/>
                </a:solidFill>
              </a:rPr>
              <a:t>Maybe show data transformation?</a:t>
            </a:r>
            <a:endParaRPr sz="2400">
              <a:solidFill>
                <a:srgbClr val="004978"/>
              </a:solidFill>
            </a:endParaRPr>
          </a:p>
          <a:p>
            <a:pPr indent="-381000" lvl="0" marL="457200" rtl="0" algn="l">
              <a:spcBef>
                <a:spcPts val="0"/>
              </a:spcBef>
              <a:spcAft>
                <a:spcPts val="0"/>
              </a:spcAft>
              <a:buClr>
                <a:srgbClr val="004978"/>
              </a:buClr>
              <a:buSzPts val="2400"/>
              <a:buChar char="●"/>
            </a:pPr>
            <a:r>
              <a:rPr lang="en" sz="2400">
                <a:solidFill>
                  <a:srgbClr val="004978"/>
                </a:solidFill>
              </a:rPr>
              <a:t>Explain importance of switching IPS presence/absence target variable to binary indicator variable</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g31c9f66e72f_0_1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4" name="Google Shape;104;g31c9f66e72f_0_1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Add FIA_Landuse back in after Monday</a:t>
            </a:r>
            <a:endParaRPr/>
          </a:p>
          <a:p>
            <a:pPr indent="0" lvl="0" marL="0" rtl="0" algn="l">
              <a:spcBef>
                <a:spcPts val="0"/>
              </a:spcBef>
              <a:spcAft>
                <a:spcPts val="0"/>
              </a:spcAft>
              <a:buNone/>
            </a:pPr>
            <a:r>
              <a:rPr lang="en"/>
              <a:t>lissandro</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g2d5eec447a9_2_1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2" name="Google Shape;112;g2d5eec447a9_2_1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381000" lvl="0" marL="457200" rtl="0" algn="l">
              <a:spcBef>
                <a:spcPts val="480"/>
              </a:spcBef>
              <a:spcAft>
                <a:spcPts val="0"/>
              </a:spcAft>
              <a:buClr>
                <a:srgbClr val="004978"/>
              </a:buClr>
              <a:buSzPts val="2400"/>
              <a:buChar char="●"/>
            </a:pPr>
            <a:r>
              <a:rPr lang="en" sz="2400">
                <a:solidFill>
                  <a:srgbClr val="004978"/>
                </a:solidFill>
              </a:rPr>
              <a:t>Highlights!</a:t>
            </a:r>
            <a:endParaRPr sz="2400">
              <a:solidFill>
                <a:srgbClr val="004978"/>
              </a:solidFill>
            </a:endParaRPr>
          </a:p>
          <a:p>
            <a:pPr indent="-381000" lvl="0" marL="457200" rtl="0" algn="l">
              <a:spcBef>
                <a:spcPts val="0"/>
              </a:spcBef>
              <a:spcAft>
                <a:spcPts val="0"/>
              </a:spcAft>
              <a:buClr>
                <a:srgbClr val="004978"/>
              </a:buClr>
              <a:buSzPts val="2400"/>
              <a:buChar char="●"/>
            </a:pPr>
            <a:r>
              <a:rPr lang="en" sz="2400">
                <a:solidFill>
                  <a:srgbClr val="004978"/>
                </a:solidFill>
              </a:rPr>
              <a:t>First explain differences between three modeling types</a:t>
            </a:r>
            <a:endParaRPr sz="2400">
              <a:solidFill>
                <a:srgbClr val="004978"/>
              </a:solidFill>
            </a:endParaRPr>
          </a:p>
          <a:p>
            <a:pPr indent="-381000" lvl="0" marL="457200" rtl="0" algn="l">
              <a:spcBef>
                <a:spcPts val="0"/>
              </a:spcBef>
              <a:spcAft>
                <a:spcPts val="0"/>
              </a:spcAft>
              <a:buClr>
                <a:srgbClr val="004978"/>
              </a:buClr>
              <a:buSzPts val="2400"/>
              <a:buChar char="●"/>
            </a:pPr>
            <a:r>
              <a:rPr lang="en" sz="2400">
                <a:solidFill>
                  <a:srgbClr val="004978"/>
                </a:solidFill>
              </a:rPr>
              <a:t>Choose </a:t>
            </a:r>
            <a:r>
              <a:rPr b="1" lang="en" sz="2400">
                <a:solidFill>
                  <a:srgbClr val="004978"/>
                </a:solidFill>
              </a:rPr>
              <a:t>ONE </a:t>
            </a:r>
            <a:r>
              <a:rPr lang="en" sz="2400">
                <a:solidFill>
                  <a:srgbClr val="004978"/>
                </a:solidFill>
              </a:rPr>
              <a:t>IPS to be consistent throughout presentation</a:t>
            </a:r>
            <a:endParaRPr sz="2400">
              <a:solidFill>
                <a:srgbClr val="004978"/>
              </a:solidFill>
            </a:endParaRPr>
          </a:p>
          <a:p>
            <a:pPr indent="0" lvl="0" marL="0" rtl="0" algn="l">
              <a:spcBef>
                <a:spcPts val="480"/>
              </a:spcBef>
              <a:spcAft>
                <a:spcPts val="0"/>
              </a:spcAft>
              <a:buNone/>
            </a:pPr>
            <a:r>
              <a:rPr lang="en" sz="2400">
                <a:solidFill>
                  <a:srgbClr val="004978"/>
                </a:solidFill>
              </a:rPr>
              <a:t>Strengths and weaknesses of each</a:t>
            </a:r>
            <a:endParaRPr sz="2400">
              <a:solidFill>
                <a:srgbClr val="004978"/>
              </a:solidFil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g31d0adef31d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7" name="Google Shape;117;g31d0adef31d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480"/>
              </a:spcBef>
              <a:spcAft>
                <a:spcPts val="0"/>
              </a:spcAft>
              <a:buNone/>
            </a:pPr>
            <a:r>
              <a:rPr lang="en" sz="2400">
                <a:solidFill>
                  <a:srgbClr val="004978"/>
                </a:solidFill>
              </a:rPr>
              <a:t>Lissandro</a:t>
            </a:r>
            <a:endParaRPr sz="2400">
              <a:solidFill>
                <a:srgbClr val="004978"/>
              </a:solidFill>
            </a:endParaRPr>
          </a:p>
          <a:p>
            <a:pPr indent="-381000" lvl="0" marL="457200" rtl="0" algn="l">
              <a:spcBef>
                <a:spcPts val="480"/>
              </a:spcBef>
              <a:spcAft>
                <a:spcPts val="0"/>
              </a:spcAft>
              <a:buClr>
                <a:srgbClr val="004978"/>
              </a:buClr>
              <a:buSzPts val="2400"/>
              <a:buChar char="●"/>
            </a:pPr>
            <a:r>
              <a:rPr lang="en" sz="2400">
                <a:solidFill>
                  <a:srgbClr val="004978"/>
                </a:solidFill>
              </a:rPr>
              <a:t>Highlights!</a:t>
            </a:r>
            <a:endParaRPr sz="2400">
              <a:solidFill>
                <a:srgbClr val="004978"/>
              </a:solidFill>
            </a:endParaRPr>
          </a:p>
          <a:p>
            <a:pPr indent="-381000" lvl="0" marL="457200" rtl="0" algn="l">
              <a:spcBef>
                <a:spcPts val="0"/>
              </a:spcBef>
              <a:spcAft>
                <a:spcPts val="0"/>
              </a:spcAft>
              <a:buClr>
                <a:srgbClr val="004978"/>
              </a:buClr>
              <a:buSzPts val="2400"/>
              <a:buChar char="●"/>
            </a:pPr>
            <a:r>
              <a:rPr lang="en" sz="2400">
                <a:solidFill>
                  <a:srgbClr val="004978"/>
                </a:solidFill>
              </a:rPr>
              <a:t>First explain differences between three modeling types</a:t>
            </a:r>
            <a:endParaRPr sz="2400">
              <a:solidFill>
                <a:srgbClr val="004978"/>
              </a:solidFill>
            </a:endParaRPr>
          </a:p>
          <a:p>
            <a:pPr indent="-381000" lvl="0" marL="457200" rtl="0" algn="l">
              <a:spcBef>
                <a:spcPts val="0"/>
              </a:spcBef>
              <a:spcAft>
                <a:spcPts val="0"/>
              </a:spcAft>
              <a:buClr>
                <a:srgbClr val="004978"/>
              </a:buClr>
              <a:buSzPts val="2400"/>
              <a:buChar char="●"/>
            </a:pPr>
            <a:r>
              <a:rPr lang="en" sz="2400">
                <a:solidFill>
                  <a:srgbClr val="004978"/>
                </a:solidFill>
              </a:rPr>
              <a:t>Choose </a:t>
            </a:r>
            <a:r>
              <a:rPr b="1" lang="en" sz="2400">
                <a:solidFill>
                  <a:srgbClr val="004978"/>
                </a:solidFill>
              </a:rPr>
              <a:t>ONE </a:t>
            </a:r>
            <a:r>
              <a:rPr lang="en" sz="2400">
                <a:solidFill>
                  <a:srgbClr val="004978"/>
                </a:solidFill>
              </a:rPr>
              <a:t>IPS to be consistent throughout presentation</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g2d70e324344_0_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4" name="Google Shape;124;g2d70e324344_0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480"/>
              </a:spcBef>
              <a:spcAft>
                <a:spcPts val="0"/>
              </a:spcAft>
              <a:buNone/>
            </a:pPr>
            <a:r>
              <a:rPr lang="en" sz="2400">
                <a:solidFill>
                  <a:srgbClr val="004978"/>
                </a:solidFill>
              </a:rPr>
              <a:t>Lissandro</a:t>
            </a:r>
            <a:endParaRPr sz="2400">
              <a:solidFill>
                <a:srgbClr val="004978"/>
              </a:solidFill>
            </a:endParaRPr>
          </a:p>
          <a:p>
            <a:pPr indent="-381000" lvl="0" marL="457200" rtl="0" algn="l">
              <a:spcBef>
                <a:spcPts val="480"/>
              </a:spcBef>
              <a:spcAft>
                <a:spcPts val="0"/>
              </a:spcAft>
              <a:buClr>
                <a:srgbClr val="004978"/>
              </a:buClr>
              <a:buSzPts val="2400"/>
              <a:buChar char="●"/>
            </a:pPr>
            <a:r>
              <a:rPr lang="en" sz="2400">
                <a:solidFill>
                  <a:srgbClr val="004978"/>
                </a:solidFill>
              </a:rPr>
              <a:t>Highlights!</a:t>
            </a:r>
            <a:endParaRPr sz="2400">
              <a:solidFill>
                <a:srgbClr val="004978"/>
              </a:solidFill>
            </a:endParaRPr>
          </a:p>
          <a:p>
            <a:pPr indent="-381000" lvl="0" marL="457200" rtl="0" algn="l">
              <a:spcBef>
                <a:spcPts val="0"/>
              </a:spcBef>
              <a:spcAft>
                <a:spcPts val="0"/>
              </a:spcAft>
              <a:buClr>
                <a:srgbClr val="004978"/>
              </a:buClr>
              <a:buSzPts val="2400"/>
              <a:buChar char="●"/>
            </a:pPr>
            <a:r>
              <a:rPr lang="en" sz="2400">
                <a:solidFill>
                  <a:srgbClr val="004978"/>
                </a:solidFill>
              </a:rPr>
              <a:t>First explain differences between three modeling types</a:t>
            </a:r>
            <a:endParaRPr sz="2400">
              <a:solidFill>
                <a:srgbClr val="004978"/>
              </a:solidFill>
            </a:endParaRPr>
          </a:p>
          <a:p>
            <a:pPr indent="-381000" lvl="0" marL="457200" rtl="0" algn="l">
              <a:spcBef>
                <a:spcPts val="0"/>
              </a:spcBef>
              <a:spcAft>
                <a:spcPts val="0"/>
              </a:spcAft>
              <a:buClr>
                <a:srgbClr val="004978"/>
              </a:buClr>
              <a:buSzPts val="2400"/>
              <a:buChar char="●"/>
            </a:pPr>
            <a:r>
              <a:rPr lang="en" sz="2400">
                <a:solidFill>
                  <a:srgbClr val="004978"/>
                </a:solidFill>
              </a:rPr>
              <a:t>Choose </a:t>
            </a:r>
            <a:r>
              <a:rPr b="1" lang="en" sz="2400">
                <a:solidFill>
                  <a:srgbClr val="004978"/>
                </a:solidFill>
              </a:rPr>
              <a:t>ONE </a:t>
            </a:r>
            <a:r>
              <a:rPr lang="en" sz="2400">
                <a:solidFill>
                  <a:srgbClr val="004978"/>
                </a:solidFill>
              </a:rPr>
              <a:t>IPS to be consistent throughout presentation</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g31d0adef31d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1" name="Google Shape;131;g31d0adef31d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480"/>
              </a:spcBef>
              <a:spcAft>
                <a:spcPts val="0"/>
              </a:spcAft>
              <a:buNone/>
            </a:pPr>
            <a:r>
              <a:rPr lang="en" sz="2400">
                <a:solidFill>
                  <a:srgbClr val="004978"/>
                </a:solidFill>
              </a:rPr>
              <a:t>Lissandro</a:t>
            </a:r>
            <a:endParaRPr sz="2400">
              <a:solidFill>
                <a:srgbClr val="004978"/>
              </a:solidFill>
            </a:endParaRPr>
          </a:p>
          <a:p>
            <a:pPr indent="-381000" lvl="0" marL="457200" rtl="0" algn="l">
              <a:spcBef>
                <a:spcPts val="480"/>
              </a:spcBef>
              <a:spcAft>
                <a:spcPts val="0"/>
              </a:spcAft>
              <a:buClr>
                <a:srgbClr val="004978"/>
              </a:buClr>
              <a:buSzPts val="2400"/>
              <a:buChar char="●"/>
            </a:pPr>
            <a:r>
              <a:rPr lang="en" sz="2400">
                <a:solidFill>
                  <a:srgbClr val="004978"/>
                </a:solidFill>
              </a:rPr>
              <a:t>Highlights!</a:t>
            </a:r>
            <a:endParaRPr sz="2400">
              <a:solidFill>
                <a:srgbClr val="004978"/>
              </a:solidFill>
            </a:endParaRPr>
          </a:p>
          <a:p>
            <a:pPr indent="-381000" lvl="0" marL="457200" rtl="0" algn="l">
              <a:spcBef>
                <a:spcPts val="0"/>
              </a:spcBef>
              <a:spcAft>
                <a:spcPts val="0"/>
              </a:spcAft>
              <a:buClr>
                <a:srgbClr val="004978"/>
              </a:buClr>
              <a:buSzPts val="2400"/>
              <a:buChar char="●"/>
            </a:pPr>
            <a:r>
              <a:rPr lang="en" sz="2400">
                <a:solidFill>
                  <a:srgbClr val="004978"/>
                </a:solidFill>
              </a:rPr>
              <a:t>First explain differences between three modeling types</a:t>
            </a:r>
            <a:endParaRPr sz="2400">
              <a:solidFill>
                <a:srgbClr val="004978"/>
              </a:solidFill>
            </a:endParaRPr>
          </a:p>
          <a:p>
            <a:pPr indent="-381000" lvl="0" marL="457200" rtl="0" algn="l">
              <a:spcBef>
                <a:spcPts val="0"/>
              </a:spcBef>
              <a:spcAft>
                <a:spcPts val="0"/>
              </a:spcAft>
              <a:buClr>
                <a:srgbClr val="004978"/>
              </a:buClr>
              <a:buSzPts val="2400"/>
              <a:buChar char="●"/>
            </a:pPr>
            <a:r>
              <a:rPr lang="en" sz="2400">
                <a:solidFill>
                  <a:srgbClr val="004978"/>
                </a:solidFill>
              </a:rPr>
              <a:t>Choose </a:t>
            </a:r>
            <a:r>
              <a:rPr b="1" lang="en" sz="2400">
                <a:solidFill>
                  <a:srgbClr val="004978"/>
                </a:solidFill>
              </a:rPr>
              <a:t>ONE </a:t>
            </a:r>
            <a:r>
              <a:rPr lang="en" sz="2400">
                <a:solidFill>
                  <a:srgbClr val="004978"/>
                </a:solidFill>
              </a:rPr>
              <a:t>IPS to be consistent throughout presentation</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3203c280632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 name="Google Shape;138;g3203c280632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g31c9f66e72f_0_1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4" name="Google Shape;144;g31c9f66e72f_0_1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480"/>
              </a:spcBef>
              <a:spcAft>
                <a:spcPts val="0"/>
              </a:spcAft>
              <a:buNone/>
            </a:pPr>
            <a:r>
              <a:rPr lang="en" sz="2400">
                <a:solidFill>
                  <a:srgbClr val="004978"/>
                </a:solidFill>
              </a:rPr>
              <a:t>Lissandro</a:t>
            </a:r>
            <a:endParaRPr sz="2400">
              <a:solidFill>
                <a:srgbClr val="004978"/>
              </a:solidFill>
            </a:endParaRPr>
          </a:p>
          <a:p>
            <a:pPr indent="-381000" lvl="0" marL="457200" rtl="0" algn="l">
              <a:spcBef>
                <a:spcPts val="480"/>
              </a:spcBef>
              <a:spcAft>
                <a:spcPts val="0"/>
              </a:spcAft>
              <a:buClr>
                <a:srgbClr val="004978"/>
              </a:buClr>
              <a:buSzPts val="2400"/>
              <a:buChar char="●"/>
            </a:pPr>
            <a:r>
              <a:rPr lang="en" sz="2400">
                <a:solidFill>
                  <a:srgbClr val="004978"/>
                </a:solidFill>
              </a:rPr>
              <a:t>Highlights!</a:t>
            </a:r>
            <a:endParaRPr sz="2400">
              <a:solidFill>
                <a:srgbClr val="004978"/>
              </a:solidFill>
            </a:endParaRPr>
          </a:p>
          <a:p>
            <a:pPr indent="-381000" lvl="0" marL="457200" rtl="0" algn="l">
              <a:spcBef>
                <a:spcPts val="0"/>
              </a:spcBef>
              <a:spcAft>
                <a:spcPts val="0"/>
              </a:spcAft>
              <a:buClr>
                <a:srgbClr val="004978"/>
              </a:buClr>
              <a:buSzPts val="2400"/>
              <a:buChar char="●"/>
            </a:pPr>
            <a:r>
              <a:rPr lang="en" sz="2400">
                <a:solidFill>
                  <a:srgbClr val="004978"/>
                </a:solidFill>
              </a:rPr>
              <a:t>First explain differences between three modeling types</a:t>
            </a:r>
            <a:endParaRPr sz="2400">
              <a:solidFill>
                <a:srgbClr val="004978"/>
              </a:solidFill>
            </a:endParaRPr>
          </a:p>
          <a:p>
            <a:pPr indent="-381000" lvl="0" marL="457200" rtl="0" algn="l">
              <a:spcBef>
                <a:spcPts val="0"/>
              </a:spcBef>
              <a:spcAft>
                <a:spcPts val="0"/>
              </a:spcAft>
              <a:buClr>
                <a:srgbClr val="004978"/>
              </a:buClr>
              <a:buSzPts val="2400"/>
              <a:buChar char="●"/>
            </a:pPr>
            <a:r>
              <a:rPr lang="en" sz="2400">
                <a:solidFill>
                  <a:srgbClr val="004978"/>
                </a:solidFill>
              </a:rPr>
              <a:t>Choose </a:t>
            </a:r>
            <a:r>
              <a:rPr b="1" lang="en" sz="2400">
                <a:solidFill>
                  <a:srgbClr val="004978"/>
                </a:solidFill>
              </a:rPr>
              <a:t>ONE </a:t>
            </a:r>
            <a:r>
              <a:rPr lang="en" sz="2400">
                <a:solidFill>
                  <a:srgbClr val="004978"/>
                </a:solidFill>
              </a:rPr>
              <a:t>IPS to be consistent throughout presentation</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g31d0f819008_1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0" name="Google Shape;150;g31d0f819008_1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480"/>
              </a:spcBef>
              <a:spcAft>
                <a:spcPts val="0"/>
              </a:spcAft>
              <a:buNone/>
            </a:pPr>
            <a:r>
              <a:rPr lang="en" sz="2400">
                <a:solidFill>
                  <a:srgbClr val="004978"/>
                </a:solidFill>
              </a:rPr>
              <a:t>Lissandro</a:t>
            </a:r>
            <a:endParaRPr sz="2400">
              <a:solidFill>
                <a:srgbClr val="004978"/>
              </a:solidFill>
            </a:endParaRPr>
          </a:p>
          <a:p>
            <a:pPr indent="-381000" lvl="0" marL="457200" rtl="0" algn="l">
              <a:spcBef>
                <a:spcPts val="480"/>
              </a:spcBef>
              <a:spcAft>
                <a:spcPts val="0"/>
              </a:spcAft>
              <a:buClr>
                <a:srgbClr val="004978"/>
              </a:buClr>
              <a:buSzPts val="2400"/>
              <a:buChar char="●"/>
            </a:pPr>
            <a:r>
              <a:rPr lang="en" sz="2400">
                <a:solidFill>
                  <a:srgbClr val="004978"/>
                </a:solidFill>
              </a:rPr>
              <a:t>Highlights!</a:t>
            </a:r>
            <a:endParaRPr sz="2400">
              <a:solidFill>
                <a:srgbClr val="004978"/>
              </a:solidFill>
            </a:endParaRPr>
          </a:p>
          <a:p>
            <a:pPr indent="-381000" lvl="0" marL="457200" rtl="0" algn="l">
              <a:spcBef>
                <a:spcPts val="0"/>
              </a:spcBef>
              <a:spcAft>
                <a:spcPts val="0"/>
              </a:spcAft>
              <a:buClr>
                <a:srgbClr val="004978"/>
              </a:buClr>
              <a:buSzPts val="2400"/>
              <a:buChar char="●"/>
            </a:pPr>
            <a:r>
              <a:rPr lang="en" sz="2400">
                <a:solidFill>
                  <a:srgbClr val="004978"/>
                </a:solidFill>
              </a:rPr>
              <a:t>First explain differences between three modeling types</a:t>
            </a:r>
            <a:endParaRPr sz="2400">
              <a:solidFill>
                <a:srgbClr val="004978"/>
              </a:solidFill>
            </a:endParaRPr>
          </a:p>
          <a:p>
            <a:pPr indent="-381000" lvl="0" marL="457200" rtl="0" algn="l">
              <a:spcBef>
                <a:spcPts val="0"/>
              </a:spcBef>
              <a:spcAft>
                <a:spcPts val="0"/>
              </a:spcAft>
              <a:buClr>
                <a:srgbClr val="004978"/>
              </a:buClr>
              <a:buSzPts val="2400"/>
              <a:buChar char="●"/>
            </a:pPr>
            <a:r>
              <a:rPr lang="en" sz="2400">
                <a:solidFill>
                  <a:srgbClr val="004978"/>
                </a:solidFill>
              </a:rPr>
              <a:t>Choose </a:t>
            </a:r>
            <a:r>
              <a:rPr b="1" lang="en" sz="2400">
                <a:solidFill>
                  <a:srgbClr val="004978"/>
                </a:solidFill>
              </a:rPr>
              <a:t>ONE </a:t>
            </a:r>
            <a:r>
              <a:rPr lang="en" sz="2400">
                <a:solidFill>
                  <a:srgbClr val="004978"/>
                </a:solidFill>
              </a:rPr>
              <a:t>IPS to be consistent throughout presentation</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g31c9f66e72f_0_1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7" name="Google Shape;157;g31c9f66e72f_0_1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480"/>
              </a:spcBef>
              <a:spcAft>
                <a:spcPts val="0"/>
              </a:spcAft>
              <a:buNone/>
            </a:pPr>
            <a:r>
              <a:rPr lang="en" sz="2400">
                <a:solidFill>
                  <a:srgbClr val="004978"/>
                </a:solidFill>
              </a:rPr>
              <a:t>Tegan</a:t>
            </a:r>
            <a:endParaRPr sz="2400">
              <a:solidFill>
                <a:srgbClr val="004978"/>
              </a:solidFill>
            </a:endParaRPr>
          </a:p>
          <a:p>
            <a:pPr indent="-381000" lvl="0" marL="457200" rtl="0" algn="l">
              <a:spcBef>
                <a:spcPts val="480"/>
              </a:spcBef>
              <a:spcAft>
                <a:spcPts val="0"/>
              </a:spcAft>
              <a:buClr>
                <a:srgbClr val="004978"/>
              </a:buClr>
              <a:buSzPts val="2400"/>
              <a:buChar char="●"/>
            </a:pPr>
            <a:r>
              <a:rPr lang="en" sz="2400">
                <a:solidFill>
                  <a:srgbClr val="004978"/>
                </a:solidFill>
              </a:rPr>
              <a:t>Highlights!</a:t>
            </a:r>
            <a:endParaRPr sz="2400">
              <a:solidFill>
                <a:srgbClr val="004978"/>
              </a:solidFill>
            </a:endParaRPr>
          </a:p>
          <a:p>
            <a:pPr indent="-381000" lvl="0" marL="457200" rtl="0" algn="l">
              <a:spcBef>
                <a:spcPts val="0"/>
              </a:spcBef>
              <a:spcAft>
                <a:spcPts val="0"/>
              </a:spcAft>
              <a:buClr>
                <a:srgbClr val="004978"/>
              </a:buClr>
              <a:buSzPts val="2400"/>
              <a:buChar char="●"/>
            </a:pPr>
            <a:r>
              <a:rPr lang="en" sz="2400">
                <a:solidFill>
                  <a:srgbClr val="004978"/>
                </a:solidFill>
              </a:rPr>
              <a:t>First explain differences between three modeling types</a:t>
            </a:r>
            <a:endParaRPr sz="2400">
              <a:solidFill>
                <a:srgbClr val="004978"/>
              </a:solidFill>
            </a:endParaRPr>
          </a:p>
          <a:p>
            <a:pPr indent="-381000" lvl="0" marL="457200" rtl="0" algn="l">
              <a:spcBef>
                <a:spcPts val="0"/>
              </a:spcBef>
              <a:spcAft>
                <a:spcPts val="0"/>
              </a:spcAft>
              <a:buClr>
                <a:srgbClr val="004978"/>
              </a:buClr>
              <a:buSzPts val="2400"/>
              <a:buChar char="●"/>
            </a:pPr>
            <a:r>
              <a:rPr lang="en" sz="2400">
                <a:solidFill>
                  <a:srgbClr val="004978"/>
                </a:solidFill>
              </a:rPr>
              <a:t>Choose </a:t>
            </a:r>
            <a:r>
              <a:rPr b="1" lang="en" sz="2400">
                <a:solidFill>
                  <a:srgbClr val="004978"/>
                </a:solidFill>
              </a:rPr>
              <a:t>ONE </a:t>
            </a:r>
            <a:r>
              <a:rPr lang="en" sz="2400">
                <a:solidFill>
                  <a:srgbClr val="004978"/>
                </a:solidFill>
              </a:rPr>
              <a:t>IPS to be consistent throughout presentation</a:t>
            </a:r>
            <a:endParaRPr sz="2400">
              <a:solidFill>
                <a:srgbClr val="004978"/>
              </a:solidFill>
            </a:endParaRPr>
          </a:p>
          <a:p>
            <a:pPr indent="0" lvl="0" marL="0" rtl="0" algn="l">
              <a:spcBef>
                <a:spcPts val="480"/>
              </a:spcBef>
              <a:spcAft>
                <a:spcPts val="0"/>
              </a:spcAft>
              <a:buNone/>
            </a:pPr>
            <a:r>
              <a:rPr lang="en" sz="2400">
                <a:solidFill>
                  <a:srgbClr val="004978"/>
                </a:solidFill>
              </a:rPr>
              <a:t>Better in predicting presence rather than absence</a:t>
            </a:r>
            <a:endParaRPr sz="2400">
              <a:solidFill>
                <a:srgbClr val="004978"/>
              </a:solidFil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g31d0f819008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3" name="Google Shape;163;g31d0f819008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Harrison</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g2d70e324344_1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1" name="Google Shape;171;g2d70e324344_1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Harrison</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g2d70e324344_1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7" name="Google Shape;177;g2d70e324344_1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Harrison</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g31fb411056c_2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9" name="Google Shape;189;g31fb411056c_2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Harrison</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g31fb411056c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7" name="Google Shape;197;g31fb411056c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381000" lvl="0" marL="457200" rtl="0" algn="l">
              <a:spcBef>
                <a:spcPts val="480"/>
              </a:spcBef>
              <a:spcAft>
                <a:spcPts val="0"/>
              </a:spcAft>
              <a:buClr>
                <a:srgbClr val="004978"/>
              </a:buClr>
              <a:buSzPts val="2400"/>
              <a:buChar char="●"/>
            </a:pPr>
            <a:r>
              <a:rPr lang="en" sz="2400">
                <a:solidFill>
                  <a:srgbClr val="004978"/>
                </a:solidFill>
              </a:rPr>
              <a:t>Highlights!</a:t>
            </a:r>
            <a:endParaRPr sz="2400">
              <a:solidFill>
                <a:srgbClr val="004978"/>
              </a:solidFill>
            </a:endParaRPr>
          </a:p>
          <a:p>
            <a:pPr indent="-381000" lvl="0" marL="457200" rtl="0" algn="l">
              <a:spcBef>
                <a:spcPts val="0"/>
              </a:spcBef>
              <a:spcAft>
                <a:spcPts val="0"/>
              </a:spcAft>
              <a:buClr>
                <a:srgbClr val="004978"/>
              </a:buClr>
              <a:buSzPts val="2400"/>
              <a:buChar char="●"/>
            </a:pPr>
            <a:r>
              <a:rPr lang="en" sz="2400">
                <a:solidFill>
                  <a:srgbClr val="004978"/>
                </a:solidFill>
              </a:rPr>
              <a:t>First explain differences between three modeling types</a:t>
            </a:r>
            <a:endParaRPr sz="2400">
              <a:solidFill>
                <a:srgbClr val="004978"/>
              </a:solidFill>
            </a:endParaRPr>
          </a:p>
          <a:p>
            <a:pPr indent="-381000" lvl="0" marL="457200" rtl="0" algn="l">
              <a:spcBef>
                <a:spcPts val="0"/>
              </a:spcBef>
              <a:spcAft>
                <a:spcPts val="0"/>
              </a:spcAft>
              <a:buClr>
                <a:srgbClr val="004978"/>
              </a:buClr>
              <a:buSzPts val="2400"/>
              <a:buChar char="●"/>
            </a:pPr>
            <a:r>
              <a:rPr lang="en" sz="2400">
                <a:solidFill>
                  <a:srgbClr val="004978"/>
                </a:solidFill>
              </a:rPr>
              <a:t>Choose </a:t>
            </a:r>
            <a:r>
              <a:rPr b="1" lang="en" sz="2400">
                <a:solidFill>
                  <a:srgbClr val="004978"/>
                </a:solidFill>
              </a:rPr>
              <a:t>ONE </a:t>
            </a:r>
            <a:r>
              <a:rPr lang="en" sz="2400">
                <a:solidFill>
                  <a:srgbClr val="004978"/>
                </a:solidFill>
              </a:rPr>
              <a:t>IPS to be consistent throughout presentation</a:t>
            </a:r>
            <a:endParaRPr sz="2400">
              <a:solidFill>
                <a:srgbClr val="004978"/>
              </a:solidFill>
            </a:endParaRPr>
          </a:p>
          <a:p>
            <a:pPr indent="0" lvl="0" marL="0" rtl="0" algn="l">
              <a:spcBef>
                <a:spcPts val="480"/>
              </a:spcBef>
              <a:spcAft>
                <a:spcPts val="0"/>
              </a:spcAft>
              <a:buNone/>
            </a:pPr>
            <a:r>
              <a:rPr lang="en" sz="2400">
                <a:solidFill>
                  <a:srgbClr val="004978"/>
                </a:solidFill>
              </a:rPr>
              <a:t>Strengths and weaknesses of each</a:t>
            </a:r>
            <a:endParaRPr sz="2400">
              <a:solidFill>
                <a:srgbClr val="004978"/>
              </a:solidFill>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g31c9f66e72f_0_1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2" name="Google Shape;202;g31c9f66e72f_0_1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480"/>
              </a:spcBef>
              <a:spcAft>
                <a:spcPts val="0"/>
              </a:spcAft>
              <a:buNone/>
            </a:pPr>
            <a:r>
              <a:rPr lang="en" sz="2400">
                <a:solidFill>
                  <a:srgbClr val="004978"/>
                </a:solidFill>
              </a:rPr>
              <a:t>Harrison</a:t>
            </a:r>
            <a:endParaRPr sz="2400">
              <a:solidFill>
                <a:srgbClr val="004978"/>
              </a:solidFill>
            </a:endParaRPr>
          </a:p>
          <a:p>
            <a:pPr indent="-381000" lvl="0" marL="457200" rtl="0" algn="l">
              <a:spcBef>
                <a:spcPts val="480"/>
              </a:spcBef>
              <a:spcAft>
                <a:spcPts val="0"/>
              </a:spcAft>
              <a:buClr>
                <a:srgbClr val="004978"/>
              </a:buClr>
              <a:buSzPts val="2400"/>
              <a:buChar char="●"/>
            </a:pPr>
            <a:r>
              <a:rPr lang="en" sz="2400">
                <a:solidFill>
                  <a:srgbClr val="004978"/>
                </a:solidFill>
              </a:rPr>
              <a:t>Highlights!</a:t>
            </a:r>
            <a:endParaRPr sz="2400">
              <a:solidFill>
                <a:srgbClr val="004978"/>
              </a:solidFill>
            </a:endParaRPr>
          </a:p>
          <a:p>
            <a:pPr indent="-381000" lvl="0" marL="457200" rtl="0" algn="l">
              <a:spcBef>
                <a:spcPts val="0"/>
              </a:spcBef>
              <a:spcAft>
                <a:spcPts val="0"/>
              </a:spcAft>
              <a:buClr>
                <a:srgbClr val="004978"/>
              </a:buClr>
              <a:buSzPts val="2400"/>
              <a:buChar char="●"/>
            </a:pPr>
            <a:r>
              <a:rPr lang="en" sz="2400">
                <a:solidFill>
                  <a:srgbClr val="004978"/>
                </a:solidFill>
              </a:rPr>
              <a:t>First explain differences between three modeling types</a:t>
            </a:r>
            <a:endParaRPr sz="2400">
              <a:solidFill>
                <a:srgbClr val="004978"/>
              </a:solidFill>
            </a:endParaRPr>
          </a:p>
          <a:p>
            <a:pPr indent="-381000" lvl="0" marL="457200" rtl="0" algn="l">
              <a:spcBef>
                <a:spcPts val="0"/>
              </a:spcBef>
              <a:spcAft>
                <a:spcPts val="0"/>
              </a:spcAft>
              <a:buClr>
                <a:srgbClr val="004978"/>
              </a:buClr>
              <a:buSzPts val="2400"/>
              <a:buChar char="●"/>
            </a:pPr>
            <a:r>
              <a:rPr lang="en" sz="2400">
                <a:solidFill>
                  <a:srgbClr val="004978"/>
                </a:solidFill>
              </a:rPr>
              <a:t>Choose </a:t>
            </a:r>
            <a:r>
              <a:rPr b="1" lang="en" sz="2400">
                <a:solidFill>
                  <a:srgbClr val="004978"/>
                </a:solidFill>
              </a:rPr>
              <a:t>ONE </a:t>
            </a:r>
            <a:r>
              <a:rPr lang="en" sz="2400">
                <a:solidFill>
                  <a:srgbClr val="004978"/>
                </a:solidFill>
              </a:rPr>
              <a:t>IPS to be consistent throughout presentation</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g31fb411056c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6" name="Google Shape;216;g31fb411056c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tegan</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g2d5eec447a9_2_1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4" name="Google Shape;224;g2d5eec447a9_2_1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457200" rtl="0" algn="l">
              <a:spcBef>
                <a:spcPts val="480"/>
              </a:spcBef>
              <a:spcAft>
                <a:spcPts val="0"/>
              </a:spcAft>
              <a:buNone/>
            </a:pPr>
            <a:r>
              <a:rPr lang="en" sz="2400">
                <a:solidFill>
                  <a:srgbClr val="004978"/>
                </a:solidFill>
              </a:rPr>
              <a:t>Harrison</a:t>
            </a:r>
            <a:endParaRPr sz="2400">
              <a:solidFill>
                <a:srgbClr val="004978"/>
              </a:solidFill>
            </a:endParaRPr>
          </a:p>
          <a:p>
            <a:pPr indent="-381000" lvl="0" marL="457200" rtl="0" algn="l">
              <a:spcBef>
                <a:spcPts val="480"/>
              </a:spcBef>
              <a:spcAft>
                <a:spcPts val="0"/>
              </a:spcAft>
              <a:buClr>
                <a:srgbClr val="004978"/>
              </a:buClr>
              <a:buSzPts val="2400"/>
              <a:buChar char="●"/>
            </a:pPr>
            <a:r>
              <a:t/>
            </a:r>
            <a:endParaRPr sz="2400">
              <a:solidFill>
                <a:srgbClr val="004978"/>
              </a:solidFill>
            </a:endParaRPr>
          </a:p>
          <a:p>
            <a:pPr indent="-381000" lvl="0" marL="457200" rtl="0" algn="l">
              <a:spcBef>
                <a:spcPts val="0"/>
              </a:spcBef>
              <a:spcAft>
                <a:spcPts val="0"/>
              </a:spcAft>
              <a:buClr>
                <a:srgbClr val="004978"/>
              </a:buClr>
              <a:buSzPts val="2400"/>
              <a:buChar char="●"/>
            </a:pPr>
            <a:r>
              <a:rPr lang="en" sz="2400">
                <a:solidFill>
                  <a:srgbClr val="004978"/>
                </a:solidFill>
              </a:rPr>
              <a:t>What can we say about certain features’ influence on IPS presence?</a:t>
            </a:r>
            <a:endParaRPr sz="2400">
              <a:solidFill>
                <a:srgbClr val="004978"/>
              </a:solidFill>
            </a:endParaRPr>
          </a:p>
          <a:p>
            <a:pPr indent="-355600" lvl="1" marL="914400" rtl="0" algn="l">
              <a:spcBef>
                <a:spcPts val="0"/>
              </a:spcBef>
              <a:spcAft>
                <a:spcPts val="0"/>
              </a:spcAft>
              <a:buClr>
                <a:srgbClr val="004978"/>
              </a:buClr>
              <a:buSzPts val="2000"/>
              <a:buChar char="○"/>
            </a:pPr>
            <a:r>
              <a:rPr lang="en" sz="2000">
                <a:solidFill>
                  <a:srgbClr val="004978"/>
                </a:solidFill>
              </a:rPr>
              <a:t>Try to explain at a high level, for instance don’t just say priv_pub was important, explain why it would make sense for public land to more heavily feature IPS due to less maintenance</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g2d5eec447a9_2_1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0" name="Google Shape;230;g2d5eec447a9_2_1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457200" rtl="0" algn="l">
              <a:spcBef>
                <a:spcPts val="480"/>
              </a:spcBef>
              <a:spcAft>
                <a:spcPts val="0"/>
              </a:spcAft>
              <a:buNone/>
            </a:pPr>
            <a:r>
              <a:rPr lang="en" sz="2400">
                <a:solidFill>
                  <a:srgbClr val="004978"/>
                </a:solidFill>
              </a:rPr>
              <a:t>Harrison</a:t>
            </a:r>
            <a:endParaRPr sz="2400">
              <a:solidFill>
                <a:srgbClr val="004978"/>
              </a:solidFill>
            </a:endParaRPr>
          </a:p>
          <a:p>
            <a:pPr indent="-381000" lvl="0" marL="457200" rtl="0" algn="l">
              <a:spcBef>
                <a:spcPts val="480"/>
              </a:spcBef>
              <a:spcAft>
                <a:spcPts val="0"/>
              </a:spcAft>
              <a:buClr>
                <a:srgbClr val="004978"/>
              </a:buClr>
              <a:buSzPts val="2400"/>
              <a:buChar char="●"/>
            </a:pPr>
            <a:r>
              <a:rPr lang="en" sz="2400">
                <a:solidFill>
                  <a:srgbClr val="004978"/>
                </a:solidFill>
              </a:rPr>
              <a:t>What would we do next if we were to continue this project?</a:t>
            </a:r>
            <a:endParaRPr sz="2400">
              <a:solidFill>
                <a:srgbClr val="004978"/>
              </a:solidFill>
            </a:endParaRPr>
          </a:p>
          <a:p>
            <a:pPr indent="-381000" lvl="0" marL="457200" rtl="0" algn="l">
              <a:spcBef>
                <a:spcPts val="0"/>
              </a:spcBef>
              <a:spcAft>
                <a:spcPts val="0"/>
              </a:spcAft>
              <a:buClr>
                <a:srgbClr val="004978"/>
              </a:buClr>
              <a:buSzPts val="2400"/>
              <a:buChar char="●"/>
            </a:pPr>
            <a:r>
              <a:rPr lang="en" sz="2400">
                <a:solidFill>
                  <a:srgbClr val="004978"/>
                </a:solidFill>
              </a:rPr>
              <a:t>Can we apply similar tactics to regular FIA data and get same benefit?</a:t>
            </a:r>
            <a:endParaRPr sz="2400">
              <a:solidFill>
                <a:srgbClr val="004978"/>
              </a:solidFill>
            </a:endParaRPr>
          </a:p>
          <a:p>
            <a:pPr indent="-381000" lvl="0" marL="457200" rtl="0" algn="l">
              <a:spcBef>
                <a:spcPts val="0"/>
              </a:spcBef>
              <a:spcAft>
                <a:spcPts val="0"/>
              </a:spcAft>
              <a:buClr>
                <a:srgbClr val="004978"/>
              </a:buClr>
              <a:buSzPts val="2400"/>
              <a:buChar char="●"/>
            </a:pPr>
            <a:r>
              <a:rPr lang="en" sz="2400">
                <a:solidFill>
                  <a:srgbClr val="004978"/>
                </a:solidFill>
              </a:rPr>
              <a:t>How confident can we be in our findings thus far? What can we do to reinforce and confirm our findings so that they can be used in decision making for cities and public agencies?</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g31d0f819008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6" name="Google Shape;236;g31d0f819008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g2d5eec447a9_2_1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1" name="Google Shape;241;g2d5eec447a9_2_1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381000" lvl="0" marL="457200" rtl="0" algn="l">
              <a:spcBef>
                <a:spcPts val="480"/>
              </a:spcBef>
              <a:spcAft>
                <a:spcPts val="0"/>
              </a:spcAft>
              <a:buClr>
                <a:srgbClr val="004978"/>
              </a:buClr>
              <a:buSzPts val="2400"/>
              <a:buChar char="●"/>
            </a:pPr>
            <a:r>
              <a:rPr lang="en" sz="2400">
                <a:solidFill>
                  <a:srgbClr val="004978"/>
                </a:solidFill>
              </a:rPr>
              <a:t>Across 5 species, across all models</a:t>
            </a:r>
            <a:endParaRPr sz="2400">
              <a:solidFill>
                <a:srgbClr val="004978"/>
              </a:solidFill>
            </a:endParaRPr>
          </a:p>
          <a:p>
            <a:pPr indent="-355600" lvl="1" marL="914400" rtl="0" algn="l">
              <a:spcBef>
                <a:spcPts val="0"/>
              </a:spcBef>
              <a:spcAft>
                <a:spcPts val="0"/>
              </a:spcAft>
              <a:buClr>
                <a:srgbClr val="004978"/>
              </a:buClr>
              <a:buSzPts val="2000"/>
              <a:buChar char="○"/>
            </a:pPr>
            <a:r>
              <a:rPr lang="en" sz="2000">
                <a:solidFill>
                  <a:srgbClr val="004978"/>
                </a:solidFill>
              </a:rPr>
              <a:t>Table of prediction accuracy, specificity, sensitivity</a:t>
            </a:r>
            <a:endParaRPr sz="2000">
              <a:solidFill>
                <a:srgbClr val="004978"/>
              </a:solidFill>
            </a:endParaRPr>
          </a:p>
          <a:p>
            <a:pPr indent="-342900" lvl="2" marL="1371600" rtl="0" algn="l">
              <a:spcBef>
                <a:spcPts val="0"/>
              </a:spcBef>
              <a:spcAft>
                <a:spcPts val="0"/>
              </a:spcAft>
              <a:buClr>
                <a:srgbClr val="004978"/>
              </a:buClr>
              <a:buSzPts val="1800"/>
              <a:buChar char="■"/>
            </a:pPr>
            <a:r>
              <a:rPr lang="en" sz="1800">
                <a:solidFill>
                  <a:srgbClr val="004978"/>
                </a:solidFill>
              </a:rPr>
              <a:t>Which IPS can we predict the best, which model was best at predicting which</a:t>
            </a:r>
            <a:endParaRPr sz="1800">
              <a:solidFill>
                <a:srgbClr val="004978"/>
              </a:solidFill>
            </a:endParaRPr>
          </a:p>
          <a:p>
            <a:pPr indent="-342900" lvl="2" marL="1371600" rtl="0" algn="l">
              <a:spcBef>
                <a:spcPts val="0"/>
              </a:spcBef>
              <a:spcAft>
                <a:spcPts val="0"/>
              </a:spcAft>
              <a:buClr>
                <a:srgbClr val="004978"/>
              </a:buClr>
              <a:buSzPts val="1800"/>
              <a:buChar char="■"/>
            </a:pPr>
            <a:r>
              <a:rPr lang="en" sz="1800">
                <a:solidFill>
                  <a:srgbClr val="004978"/>
                </a:solidFill>
              </a:rPr>
              <a:t>Interpretation of a cell in context (pick cell and explain in layman terms)</a:t>
            </a:r>
            <a:endParaRPr sz="1800">
              <a:solidFill>
                <a:srgbClr val="004978"/>
              </a:solidFill>
            </a:endParaRPr>
          </a:p>
          <a:p>
            <a:pPr indent="-381000" lvl="0" marL="457200" rtl="0" algn="l">
              <a:spcBef>
                <a:spcPts val="0"/>
              </a:spcBef>
              <a:spcAft>
                <a:spcPts val="0"/>
              </a:spcAft>
              <a:buClr>
                <a:srgbClr val="004978"/>
              </a:buClr>
              <a:buSzPts val="2400"/>
              <a:buChar char="●"/>
            </a:pPr>
            <a:r>
              <a:rPr lang="en" sz="2400">
                <a:solidFill>
                  <a:srgbClr val="004978"/>
                </a:solidFill>
              </a:rPr>
              <a:t>Return to research questions, explain findings</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g2d5eec447a9_2_1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7" name="Google Shape;247;g2d5eec447a9_2_1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7.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blipFill>
          <a:blip r:embed="rId2">
            <a:alphaModFix/>
          </a:blip>
          <a:stretch>
            <a:fillRect/>
          </a:stretch>
        </a:blipFill>
      </p:bgPr>
    </p:bg>
    <p:spTree>
      <p:nvGrpSpPr>
        <p:cNvPr id="8" name="Shape 8"/>
        <p:cNvGrpSpPr/>
        <p:nvPr/>
      </p:nvGrpSpPr>
      <p:grpSpPr>
        <a:xfrm>
          <a:off x="0" y="0"/>
          <a:ext cx="0" cy="0"/>
          <a:chOff x="0" y="0"/>
          <a:chExt cx="0" cy="0"/>
        </a:xfrm>
      </p:grpSpPr>
      <p:sp>
        <p:nvSpPr>
          <p:cNvPr id="9" name="Google Shape;9;p2"/>
          <p:cNvSpPr txBox="1"/>
          <p:nvPr>
            <p:ph type="ctrTitle"/>
          </p:nvPr>
        </p:nvSpPr>
        <p:spPr>
          <a:xfrm>
            <a:off x="1051560" y="2108760"/>
            <a:ext cx="7927800" cy="12003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chemeClr val="lt1"/>
              </a:buClr>
              <a:buSzPts val="3600"/>
              <a:buFont typeface="Oswald"/>
              <a:buNone/>
              <a:defRPr b="1" sz="36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 name="Google Shape;10;p2"/>
          <p:cNvSpPr txBox="1"/>
          <p:nvPr>
            <p:ph idx="1" type="subTitle"/>
          </p:nvPr>
        </p:nvSpPr>
        <p:spPr>
          <a:xfrm>
            <a:off x="1051560" y="3457303"/>
            <a:ext cx="7927800" cy="461700"/>
          </a:xfrm>
          <a:prstGeom prst="rect">
            <a:avLst/>
          </a:prstGeom>
          <a:noFill/>
          <a:ln>
            <a:noFill/>
          </a:ln>
        </p:spPr>
        <p:txBody>
          <a:bodyPr anchorCtr="0" anchor="t" bIns="45700" lIns="91425" spcFirstLastPara="1" rIns="91425" wrap="square" tIns="45700">
            <a:spAutoFit/>
          </a:bodyPr>
          <a:lstStyle>
            <a:lvl1pPr lvl="0" algn="l">
              <a:lnSpc>
                <a:spcPct val="100000"/>
              </a:lnSpc>
              <a:spcBef>
                <a:spcPts val="480"/>
              </a:spcBef>
              <a:spcAft>
                <a:spcPts val="0"/>
              </a:spcAft>
              <a:buClr>
                <a:srgbClr val="8893A7"/>
              </a:buClr>
              <a:buSzPts val="2400"/>
              <a:buNone/>
              <a:defRPr b="0" i="0">
                <a:solidFill>
                  <a:srgbClr val="8893A7"/>
                </a:solidFill>
                <a:latin typeface="Arial"/>
                <a:ea typeface="Arial"/>
                <a:cs typeface="Arial"/>
                <a:sym typeface="Arial"/>
              </a:defRPr>
            </a:lvl1pPr>
            <a:lvl2pPr lvl="1" algn="ctr">
              <a:lnSpc>
                <a:spcPct val="100000"/>
              </a:lnSpc>
              <a:spcBef>
                <a:spcPts val="400"/>
              </a:spcBef>
              <a:spcAft>
                <a:spcPts val="0"/>
              </a:spcAft>
              <a:buClr>
                <a:srgbClr val="8893A7"/>
              </a:buClr>
              <a:buSzPts val="2000"/>
              <a:buNone/>
              <a:defRPr>
                <a:solidFill>
                  <a:srgbClr val="8893A7"/>
                </a:solidFill>
              </a:defRPr>
            </a:lvl2pPr>
            <a:lvl3pPr lvl="2" algn="ctr">
              <a:lnSpc>
                <a:spcPct val="100000"/>
              </a:lnSpc>
              <a:spcBef>
                <a:spcPts val="360"/>
              </a:spcBef>
              <a:spcAft>
                <a:spcPts val="0"/>
              </a:spcAft>
              <a:buClr>
                <a:srgbClr val="8893A7"/>
              </a:buClr>
              <a:buSzPts val="1800"/>
              <a:buNone/>
              <a:defRPr>
                <a:solidFill>
                  <a:srgbClr val="8893A7"/>
                </a:solidFill>
              </a:defRPr>
            </a:lvl3pPr>
            <a:lvl4pPr lvl="3" algn="ctr">
              <a:lnSpc>
                <a:spcPct val="100000"/>
              </a:lnSpc>
              <a:spcBef>
                <a:spcPts val="320"/>
              </a:spcBef>
              <a:spcAft>
                <a:spcPts val="0"/>
              </a:spcAft>
              <a:buClr>
                <a:srgbClr val="8893A7"/>
              </a:buClr>
              <a:buSzPts val="1600"/>
              <a:buNone/>
              <a:defRPr>
                <a:solidFill>
                  <a:srgbClr val="8893A7"/>
                </a:solidFill>
              </a:defRPr>
            </a:lvl4pPr>
            <a:lvl5pPr lvl="4" algn="ctr">
              <a:lnSpc>
                <a:spcPct val="100000"/>
              </a:lnSpc>
              <a:spcBef>
                <a:spcPts val="320"/>
              </a:spcBef>
              <a:spcAft>
                <a:spcPts val="0"/>
              </a:spcAft>
              <a:buClr>
                <a:srgbClr val="8893A7"/>
              </a:buClr>
              <a:buSzPts val="1600"/>
              <a:buNone/>
              <a:defRPr>
                <a:solidFill>
                  <a:srgbClr val="8893A7"/>
                </a:solidFill>
              </a:defRPr>
            </a:lvl5pPr>
            <a:lvl6pPr lvl="5" algn="ctr">
              <a:lnSpc>
                <a:spcPct val="100000"/>
              </a:lnSpc>
              <a:spcBef>
                <a:spcPts val="400"/>
              </a:spcBef>
              <a:spcAft>
                <a:spcPts val="0"/>
              </a:spcAft>
              <a:buClr>
                <a:srgbClr val="8893A7"/>
              </a:buClr>
              <a:buSzPts val="2000"/>
              <a:buNone/>
              <a:defRPr>
                <a:solidFill>
                  <a:srgbClr val="8893A7"/>
                </a:solidFill>
              </a:defRPr>
            </a:lvl6pPr>
            <a:lvl7pPr lvl="6" algn="ctr">
              <a:lnSpc>
                <a:spcPct val="100000"/>
              </a:lnSpc>
              <a:spcBef>
                <a:spcPts val="400"/>
              </a:spcBef>
              <a:spcAft>
                <a:spcPts val="0"/>
              </a:spcAft>
              <a:buClr>
                <a:srgbClr val="8893A7"/>
              </a:buClr>
              <a:buSzPts val="2000"/>
              <a:buNone/>
              <a:defRPr>
                <a:solidFill>
                  <a:srgbClr val="8893A7"/>
                </a:solidFill>
              </a:defRPr>
            </a:lvl7pPr>
            <a:lvl8pPr lvl="7" algn="ctr">
              <a:lnSpc>
                <a:spcPct val="100000"/>
              </a:lnSpc>
              <a:spcBef>
                <a:spcPts val="400"/>
              </a:spcBef>
              <a:spcAft>
                <a:spcPts val="0"/>
              </a:spcAft>
              <a:buClr>
                <a:srgbClr val="8893A7"/>
              </a:buClr>
              <a:buSzPts val="2000"/>
              <a:buNone/>
              <a:defRPr>
                <a:solidFill>
                  <a:srgbClr val="8893A7"/>
                </a:solidFill>
              </a:defRPr>
            </a:lvl8pPr>
            <a:lvl9pPr lvl="8" algn="ctr">
              <a:lnSpc>
                <a:spcPct val="100000"/>
              </a:lnSpc>
              <a:spcBef>
                <a:spcPts val="400"/>
              </a:spcBef>
              <a:spcAft>
                <a:spcPts val="0"/>
              </a:spcAft>
              <a:buClr>
                <a:srgbClr val="8893A7"/>
              </a:buClr>
              <a:buSzPts val="2000"/>
              <a:buNone/>
              <a:defRPr>
                <a:solidFill>
                  <a:srgbClr val="8893A7"/>
                </a:solidFill>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Custom Layout">
  <p:cSld name="2_Custom Layout">
    <p:spTree>
      <p:nvGrpSpPr>
        <p:cNvPr id="11" name="Shape 11"/>
        <p:cNvGrpSpPr/>
        <p:nvPr/>
      </p:nvGrpSpPr>
      <p:grpSpPr>
        <a:xfrm>
          <a:off x="0" y="0"/>
          <a:ext cx="0" cy="0"/>
          <a:chOff x="0" y="0"/>
          <a:chExt cx="0" cy="0"/>
        </a:xfrm>
      </p:grpSpPr>
      <p:sp>
        <p:nvSpPr>
          <p:cNvPr id="12" name="Google Shape;12;p3"/>
          <p:cNvSpPr txBox="1"/>
          <p:nvPr>
            <p:ph type="title"/>
          </p:nvPr>
        </p:nvSpPr>
        <p:spPr>
          <a:xfrm>
            <a:off x="457199" y="585436"/>
            <a:ext cx="8225400" cy="7680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3200"/>
              <a:buNone/>
              <a:defRPr sz="28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 name="Google Shape;13;p3"/>
          <p:cNvSpPr txBox="1"/>
          <p:nvPr>
            <p:ph idx="1" type="body"/>
          </p:nvPr>
        </p:nvSpPr>
        <p:spPr>
          <a:xfrm>
            <a:off x="452438" y="1498600"/>
            <a:ext cx="7245300" cy="3059400"/>
          </a:xfrm>
          <a:prstGeom prst="rect">
            <a:avLst/>
          </a:prstGeom>
          <a:noFill/>
          <a:ln>
            <a:noFill/>
          </a:ln>
        </p:spPr>
        <p:txBody>
          <a:bodyPr anchorCtr="0" anchor="t" bIns="45700" lIns="91425" spcFirstLastPara="1" rIns="91425" wrap="square" tIns="45700">
            <a:spAutoFit/>
          </a:bodyPr>
          <a:lstStyle>
            <a:lvl1pPr indent="-381000" lvl="0" marL="457200" algn="l">
              <a:lnSpc>
                <a:spcPct val="100000"/>
              </a:lnSpc>
              <a:spcBef>
                <a:spcPts val="480"/>
              </a:spcBef>
              <a:spcAft>
                <a:spcPts val="0"/>
              </a:spcAft>
              <a:buSzPts val="2400"/>
              <a:buChar char="•"/>
              <a:defRPr sz="2000">
                <a:latin typeface="Arial"/>
                <a:ea typeface="Arial"/>
                <a:cs typeface="Arial"/>
                <a:sym typeface="Arial"/>
              </a:defRPr>
            </a:lvl1pPr>
            <a:lvl2pPr indent="-355600" lvl="1" marL="914400" algn="l">
              <a:lnSpc>
                <a:spcPct val="100000"/>
              </a:lnSpc>
              <a:spcBef>
                <a:spcPts val="400"/>
              </a:spcBef>
              <a:spcAft>
                <a:spcPts val="0"/>
              </a:spcAft>
              <a:buSzPts val="2000"/>
              <a:buChar char="–"/>
              <a:defRPr sz="1800">
                <a:latin typeface="Arial"/>
                <a:ea typeface="Arial"/>
                <a:cs typeface="Arial"/>
                <a:sym typeface="Arial"/>
              </a:defRPr>
            </a:lvl2pPr>
            <a:lvl3pPr indent="-342900" lvl="2" marL="1371600" algn="l">
              <a:lnSpc>
                <a:spcPct val="100000"/>
              </a:lnSpc>
              <a:spcBef>
                <a:spcPts val="360"/>
              </a:spcBef>
              <a:spcAft>
                <a:spcPts val="0"/>
              </a:spcAft>
              <a:buSzPts val="1800"/>
              <a:buChar char="•"/>
              <a:defRPr sz="1600">
                <a:latin typeface="Arial"/>
                <a:ea typeface="Arial"/>
                <a:cs typeface="Arial"/>
                <a:sym typeface="Arial"/>
              </a:defRPr>
            </a:lvl3pPr>
            <a:lvl4pPr indent="-330200" lvl="3" marL="1828800" algn="l">
              <a:lnSpc>
                <a:spcPct val="100000"/>
              </a:lnSpc>
              <a:spcBef>
                <a:spcPts val="320"/>
              </a:spcBef>
              <a:spcAft>
                <a:spcPts val="0"/>
              </a:spcAft>
              <a:buSzPts val="1600"/>
              <a:buChar char="–"/>
              <a:defRPr sz="1400">
                <a:latin typeface="Arial"/>
                <a:ea typeface="Arial"/>
                <a:cs typeface="Arial"/>
                <a:sym typeface="Arial"/>
              </a:defRPr>
            </a:lvl4pPr>
            <a:lvl5pPr indent="-330200" lvl="4" marL="2286000" algn="l">
              <a:lnSpc>
                <a:spcPct val="100000"/>
              </a:lnSpc>
              <a:spcBef>
                <a:spcPts val="320"/>
              </a:spcBef>
              <a:spcAft>
                <a:spcPts val="0"/>
              </a:spcAft>
              <a:buSzPts val="1600"/>
              <a:buChar char="»"/>
              <a:defRPr sz="1400">
                <a:latin typeface="Arial"/>
                <a:ea typeface="Arial"/>
                <a:cs typeface="Arial"/>
                <a:sym typeface="Arial"/>
              </a:defRPr>
            </a:lvl5pPr>
            <a:lvl6pPr indent="-355600" lvl="5" marL="2743200" algn="l">
              <a:lnSpc>
                <a:spcPct val="100000"/>
              </a:lnSpc>
              <a:spcBef>
                <a:spcPts val="400"/>
              </a:spcBef>
              <a:spcAft>
                <a:spcPts val="0"/>
              </a:spcAft>
              <a:buSzPts val="2000"/>
              <a:buChar char="•"/>
              <a:defRPr/>
            </a:lvl6pPr>
            <a:lvl7pPr indent="-355600" lvl="6" marL="3200400" algn="l">
              <a:lnSpc>
                <a:spcPct val="100000"/>
              </a:lnSpc>
              <a:spcBef>
                <a:spcPts val="400"/>
              </a:spcBef>
              <a:spcAft>
                <a:spcPts val="0"/>
              </a:spcAft>
              <a:buSzPts val="2000"/>
              <a:buChar char="•"/>
              <a:defRPr/>
            </a:lvl7pPr>
            <a:lvl8pPr indent="-355600" lvl="7" marL="3657600" algn="l">
              <a:lnSpc>
                <a:spcPct val="100000"/>
              </a:lnSpc>
              <a:spcBef>
                <a:spcPts val="400"/>
              </a:spcBef>
              <a:spcAft>
                <a:spcPts val="0"/>
              </a:spcAft>
              <a:buSzPts val="2000"/>
              <a:buChar char="•"/>
              <a:defRPr/>
            </a:lvl8pPr>
            <a:lvl9pPr indent="-355600" lvl="8" marL="4114800" algn="l">
              <a:lnSpc>
                <a:spcPct val="100000"/>
              </a:lnSpc>
              <a:spcBef>
                <a:spcPts val="400"/>
              </a:spcBef>
              <a:spcAft>
                <a:spcPts val="0"/>
              </a:spcAft>
              <a:buSzPts val="2000"/>
              <a:buChar char="•"/>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p:cSld name="Custom Layout">
    <p:spTree>
      <p:nvGrpSpPr>
        <p:cNvPr id="14" name="Shape 14"/>
        <p:cNvGrpSpPr/>
        <p:nvPr/>
      </p:nvGrpSpPr>
      <p:grpSpPr>
        <a:xfrm>
          <a:off x="0" y="0"/>
          <a:ext cx="0" cy="0"/>
          <a:chOff x="0" y="0"/>
          <a:chExt cx="0" cy="0"/>
        </a:xfrm>
      </p:grpSpPr>
      <p:sp>
        <p:nvSpPr>
          <p:cNvPr id="15" name="Google Shape;15;p4"/>
          <p:cNvSpPr txBox="1"/>
          <p:nvPr>
            <p:ph type="title"/>
          </p:nvPr>
        </p:nvSpPr>
        <p:spPr>
          <a:xfrm>
            <a:off x="457199" y="485418"/>
            <a:ext cx="8225400" cy="5256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3200"/>
              <a:buNone/>
              <a:defRPr sz="2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 name="Google Shape;16;p4"/>
          <p:cNvSpPr/>
          <p:nvPr>
            <p:ph idx="2" type="chart"/>
          </p:nvPr>
        </p:nvSpPr>
        <p:spPr>
          <a:xfrm>
            <a:off x="457200" y="1468801"/>
            <a:ext cx="7261200" cy="3079500"/>
          </a:xfrm>
          <a:prstGeom prst="rect">
            <a:avLst/>
          </a:prstGeom>
          <a:noFill/>
          <a:ln>
            <a:noFill/>
          </a:ln>
        </p:spPr>
        <p:txBody>
          <a:bodyPr anchorCtr="0" anchor="t" bIns="45700" lIns="91425" spcFirstLastPara="1" rIns="91425" wrap="square" tIns="45700">
            <a:noAutofit/>
          </a:bodyPr>
          <a:lstStyle>
            <a:lvl1pPr lvl="0" marR="0" algn="l">
              <a:lnSpc>
                <a:spcPct val="100000"/>
              </a:lnSpc>
              <a:spcBef>
                <a:spcPts val="480"/>
              </a:spcBef>
              <a:spcAft>
                <a:spcPts val="0"/>
              </a:spcAft>
              <a:buClr>
                <a:schemeClr val="dk2"/>
              </a:buClr>
              <a:buSzPts val="2400"/>
              <a:buFont typeface="Arial"/>
              <a:buNone/>
              <a:defRPr b="0" i="0" sz="2400" u="none" cap="none" strike="noStrike">
                <a:solidFill>
                  <a:schemeClr val="dk2"/>
                </a:solidFill>
                <a:latin typeface="Arial"/>
                <a:ea typeface="Arial"/>
                <a:cs typeface="Arial"/>
                <a:sym typeface="Arial"/>
              </a:defRPr>
            </a:lvl1pPr>
            <a:lvl2pPr lvl="1" marR="0" algn="l">
              <a:lnSpc>
                <a:spcPct val="100000"/>
              </a:lnSpc>
              <a:spcBef>
                <a:spcPts val="400"/>
              </a:spcBef>
              <a:spcAft>
                <a:spcPts val="0"/>
              </a:spcAft>
              <a:buClr>
                <a:schemeClr val="dk2"/>
              </a:buClr>
              <a:buSzPts val="2000"/>
              <a:buFont typeface="Arial"/>
              <a:buChar char="–"/>
              <a:defRPr b="0" i="0" sz="2000" u="none" cap="none" strike="noStrike">
                <a:solidFill>
                  <a:schemeClr val="dk2"/>
                </a:solidFill>
                <a:latin typeface="Arial"/>
                <a:ea typeface="Arial"/>
                <a:cs typeface="Arial"/>
                <a:sym typeface="Arial"/>
              </a:defRPr>
            </a:lvl2pPr>
            <a:lvl3pPr lvl="2" marR="0" algn="l">
              <a:lnSpc>
                <a:spcPct val="100000"/>
              </a:lnSpc>
              <a:spcBef>
                <a:spcPts val="36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3pPr>
            <a:lvl4pPr lvl="3" marR="0" algn="l">
              <a:lnSpc>
                <a:spcPct val="100000"/>
              </a:lnSpc>
              <a:spcBef>
                <a:spcPts val="320"/>
              </a:spcBef>
              <a:spcAft>
                <a:spcPts val="0"/>
              </a:spcAft>
              <a:buClr>
                <a:schemeClr val="dk2"/>
              </a:buClr>
              <a:buSzPts val="1600"/>
              <a:buFont typeface="Arial"/>
              <a:buChar char="–"/>
              <a:defRPr b="0" i="0" sz="1600" u="none" cap="none" strike="noStrike">
                <a:solidFill>
                  <a:schemeClr val="dk2"/>
                </a:solidFill>
                <a:latin typeface="Arial"/>
                <a:ea typeface="Arial"/>
                <a:cs typeface="Arial"/>
                <a:sym typeface="Arial"/>
              </a:defRPr>
            </a:lvl4pPr>
            <a:lvl5pPr lvl="4" marR="0" algn="l">
              <a:lnSpc>
                <a:spcPct val="100000"/>
              </a:lnSpc>
              <a:spcBef>
                <a:spcPts val="320"/>
              </a:spcBef>
              <a:spcAft>
                <a:spcPts val="0"/>
              </a:spcAft>
              <a:buClr>
                <a:schemeClr val="dk2"/>
              </a:buClr>
              <a:buSzPts val="1600"/>
              <a:buFont typeface="Arial"/>
              <a:buChar char="»"/>
              <a:defRPr b="0" i="0" sz="1600" u="none" cap="none" strike="noStrike">
                <a:solidFill>
                  <a:schemeClr val="dk2"/>
                </a:solidFill>
                <a:latin typeface="Arial"/>
                <a:ea typeface="Arial"/>
                <a:cs typeface="Arial"/>
                <a:sym typeface="Arial"/>
              </a:defRPr>
            </a:lvl5pPr>
            <a:lvl6pPr lvl="5" marR="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lvl="6" marR="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lvl="7" marR="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lvl="8" marR="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sp>
        <p:nvSpPr>
          <p:cNvPr id="17" name="Google Shape;17;p4"/>
          <p:cNvSpPr txBox="1"/>
          <p:nvPr>
            <p:ph idx="1" type="body"/>
          </p:nvPr>
        </p:nvSpPr>
        <p:spPr>
          <a:xfrm>
            <a:off x="457200" y="1011163"/>
            <a:ext cx="8224800" cy="457500"/>
          </a:xfrm>
          <a:prstGeom prst="rect">
            <a:avLst/>
          </a:prstGeom>
          <a:noFill/>
          <a:ln>
            <a:noFill/>
          </a:ln>
        </p:spPr>
        <p:txBody>
          <a:bodyPr anchorCtr="0" anchor="ctr" bIns="45700" lIns="91425" spcFirstLastPara="1" rIns="91425" wrap="square" tIns="45700">
            <a:spAutoFit/>
          </a:bodyPr>
          <a:lstStyle>
            <a:lvl1pPr indent="-228600" lvl="0" marL="457200" algn="l">
              <a:lnSpc>
                <a:spcPct val="100000"/>
              </a:lnSpc>
              <a:spcBef>
                <a:spcPts val="0"/>
              </a:spcBef>
              <a:spcAft>
                <a:spcPts val="0"/>
              </a:spcAft>
              <a:buSzPts val="2400"/>
              <a:buNone/>
              <a:defRPr sz="1400">
                <a:solidFill>
                  <a:schemeClr val="accent3"/>
                </a:solidFill>
              </a:defRPr>
            </a:lvl1pPr>
            <a:lvl2pPr indent="-228600" lvl="1" marL="914400" algn="l">
              <a:lnSpc>
                <a:spcPct val="100000"/>
              </a:lnSpc>
              <a:spcBef>
                <a:spcPts val="400"/>
              </a:spcBef>
              <a:spcAft>
                <a:spcPts val="0"/>
              </a:spcAft>
              <a:buSzPts val="2000"/>
              <a:buNone/>
              <a:defRPr sz="1000">
                <a:solidFill>
                  <a:schemeClr val="accent3"/>
                </a:solidFill>
              </a:defRPr>
            </a:lvl2pPr>
            <a:lvl3pPr indent="-228600" lvl="2" marL="1371600" algn="l">
              <a:lnSpc>
                <a:spcPct val="100000"/>
              </a:lnSpc>
              <a:spcBef>
                <a:spcPts val="360"/>
              </a:spcBef>
              <a:spcAft>
                <a:spcPts val="0"/>
              </a:spcAft>
              <a:buSzPts val="1800"/>
              <a:buNone/>
              <a:defRPr sz="1000">
                <a:solidFill>
                  <a:schemeClr val="accent3"/>
                </a:solidFill>
              </a:defRPr>
            </a:lvl3pPr>
            <a:lvl4pPr indent="-228600" lvl="3" marL="1828800" algn="l">
              <a:lnSpc>
                <a:spcPct val="100000"/>
              </a:lnSpc>
              <a:spcBef>
                <a:spcPts val="320"/>
              </a:spcBef>
              <a:spcAft>
                <a:spcPts val="0"/>
              </a:spcAft>
              <a:buSzPts val="1600"/>
              <a:buNone/>
              <a:defRPr sz="1000">
                <a:solidFill>
                  <a:schemeClr val="accent3"/>
                </a:solidFill>
              </a:defRPr>
            </a:lvl4pPr>
            <a:lvl5pPr indent="-228600" lvl="4" marL="2286000" algn="l">
              <a:lnSpc>
                <a:spcPct val="100000"/>
              </a:lnSpc>
              <a:spcBef>
                <a:spcPts val="320"/>
              </a:spcBef>
              <a:spcAft>
                <a:spcPts val="0"/>
              </a:spcAft>
              <a:buSzPts val="1600"/>
              <a:buNone/>
              <a:defRPr sz="1000">
                <a:solidFill>
                  <a:schemeClr val="accent3"/>
                </a:solidFill>
              </a:defRPr>
            </a:lvl5pPr>
            <a:lvl6pPr indent="-355600" lvl="5" marL="2743200" algn="l">
              <a:lnSpc>
                <a:spcPct val="100000"/>
              </a:lnSpc>
              <a:spcBef>
                <a:spcPts val="400"/>
              </a:spcBef>
              <a:spcAft>
                <a:spcPts val="0"/>
              </a:spcAft>
              <a:buSzPts val="2000"/>
              <a:buChar char="•"/>
              <a:defRPr/>
            </a:lvl6pPr>
            <a:lvl7pPr indent="-355600" lvl="6" marL="3200400" algn="l">
              <a:lnSpc>
                <a:spcPct val="100000"/>
              </a:lnSpc>
              <a:spcBef>
                <a:spcPts val="400"/>
              </a:spcBef>
              <a:spcAft>
                <a:spcPts val="0"/>
              </a:spcAft>
              <a:buSzPts val="2000"/>
              <a:buChar char="•"/>
              <a:defRPr/>
            </a:lvl7pPr>
            <a:lvl8pPr indent="-355600" lvl="7" marL="3657600" algn="l">
              <a:lnSpc>
                <a:spcPct val="100000"/>
              </a:lnSpc>
              <a:spcBef>
                <a:spcPts val="400"/>
              </a:spcBef>
              <a:spcAft>
                <a:spcPts val="0"/>
              </a:spcAft>
              <a:buSzPts val="2000"/>
              <a:buChar char="•"/>
              <a:defRPr/>
            </a:lvl8pPr>
            <a:lvl9pPr indent="-355600" lvl="8" marL="4114800" algn="l">
              <a:lnSpc>
                <a:spcPct val="100000"/>
              </a:lnSpc>
              <a:spcBef>
                <a:spcPts val="400"/>
              </a:spcBef>
              <a:spcAft>
                <a:spcPts val="0"/>
              </a:spcAft>
              <a:buSzPts val="2000"/>
              <a:buChar char="•"/>
              <a:defRPr/>
            </a:lvl9pPr>
          </a:lstStyle>
          <a:p/>
        </p:txBody>
      </p:sp>
      <p:sp>
        <p:nvSpPr>
          <p:cNvPr id="18" name="Google Shape;18;p4"/>
          <p:cNvSpPr txBox="1"/>
          <p:nvPr>
            <p:ph idx="3" type="body"/>
          </p:nvPr>
        </p:nvSpPr>
        <p:spPr>
          <a:xfrm>
            <a:off x="457200" y="4657783"/>
            <a:ext cx="7261200" cy="230700"/>
          </a:xfrm>
          <a:prstGeom prst="rect">
            <a:avLst/>
          </a:prstGeom>
          <a:noFill/>
          <a:ln>
            <a:noFill/>
          </a:ln>
        </p:spPr>
        <p:txBody>
          <a:bodyPr anchorCtr="0" anchor="ctr" bIns="45700" lIns="91425" spcFirstLastPara="1" rIns="91425" wrap="square" tIns="45700">
            <a:spAutoFit/>
          </a:bodyPr>
          <a:lstStyle>
            <a:lvl1pPr indent="-228600" lvl="0" marL="457200" algn="l">
              <a:lnSpc>
                <a:spcPct val="100000"/>
              </a:lnSpc>
              <a:spcBef>
                <a:spcPts val="0"/>
              </a:spcBef>
              <a:spcAft>
                <a:spcPts val="0"/>
              </a:spcAft>
              <a:buSzPts val="2400"/>
              <a:buNone/>
              <a:defRPr sz="900">
                <a:solidFill>
                  <a:schemeClr val="accent5"/>
                </a:solidFill>
              </a:defRPr>
            </a:lvl1pPr>
            <a:lvl2pPr indent="-228600" lvl="1" marL="914400" algn="l">
              <a:lnSpc>
                <a:spcPct val="100000"/>
              </a:lnSpc>
              <a:spcBef>
                <a:spcPts val="400"/>
              </a:spcBef>
              <a:spcAft>
                <a:spcPts val="0"/>
              </a:spcAft>
              <a:buSzPts val="2000"/>
              <a:buNone/>
              <a:defRPr sz="900">
                <a:solidFill>
                  <a:schemeClr val="accent5"/>
                </a:solidFill>
              </a:defRPr>
            </a:lvl2pPr>
            <a:lvl3pPr indent="-228600" lvl="2" marL="1371600" algn="l">
              <a:lnSpc>
                <a:spcPct val="100000"/>
              </a:lnSpc>
              <a:spcBef>
                <a:spcPts val="360"/>
              </a:spcBef>
              <a:spcAft>
                <a:spcPts val="0"/>
              </a:spcAft>
              <a:buSzPts val="1800"/>
              <a:buNone/>
              <a:defRPr sz="900">
                <a:solidFill>
                  <a:schemeClr val="accent5"/>
                </a:solidFill>
              </a:defRPr>
            </a:lvl3pPr>
            <a:lvl4pPr indent="-228600" lvl="3" marL="1828800" algn="l">
              <a:lnSpc>
                <a:spcPct val="100000"/>
              </a:lnSpc>
              <a:spcBef>
                <a:spcPts val="320"/>
              </a:spcBef>
              <a:spcAft>
                <a:spcPts val="0"/>
              </a:spcAft>
              <a:buSzPts val="1600"/>
              <a:buNone/>
              <a:defRPr sz="900">
                <a:solidFill>
                  <a:schemeClr val="accent5"/>
                </a:solidFill>
              </a:defRPr>
            </a:lvl4pPr>
            <a:lvl5pPr indent="-228600" lvl="4" marL="2286000" algn="l">
              <a:lnSpc>
                <a:spcPct val="100000"/>
              </a:lnSpc>
              <a:spcBef>
                <a:spcPts val="320"/>
              </a:spcBef>
              <a:spcAft>
                <a:spcPts val="0"/>
              </a:spcAft>
              <a:buSzPts val="1600"/>
              <a:buNone/>
              <a:defRPr sz="900">
                <a:solidFill>
                  <a:schemeClr val="accent5"/>
                </a:solidFill>
              </a:defRPr>
            </a:lvl5pPr>
            <a:lvl6pPr indent="-355600" lvl="5" marL="2743200" algn="l">
              <a:lnSpc>
                <a:spcPct val="100000"/>
              </a:lnSpc>
              <a:spcBef>
                <a:spcPts val="400"/>
              </a:spcBef>
              <a:spcAft>
                <a:spcPts val="0"/>
              </a:spcAft>
              <a:buSzPts val="2000"/>
              <a:buChar char="•"/>
              <a:defRPr/>
            </a:lvl6pPr>
            <a:lvl7pPr indent="-355600" lvl="6" marL="3200400" algn="l">
              <a:lnSpc>
                <a:spcPct val="100000"/>
              </a:lnSpc>
              <a:spcBef>
                <a:spcPts val="400"/>
              </a:spcBef>
              <a:spcAft>
                <a:spcPts val="0"/>
              </a:spcAft>
              <a:buSzPts val="2000"/>
              <a:buChar char="•"/>
              <a:defRPr/>
            </a:lvl7pPr>
            <a:lvl8pPr indent="-355600" lvl="7" marL="3657600" algn="l">
              <a:lnSpc>
                <a:spcPct val="100000"/>
              </a:lnSpc>
              <a:spcBef>
                <a:spcPts val="400"/>
              </a:spcBef>
              <a:spcAft>
                <a:spcPts val="0"/>
              </a:spcAft>
              <a:buSzPts val="2000"/>
              <a:buChar char="•"/>
              <a:defRPr/>
            </a:lvl8pPr>
            <a:lvl9pPr indent="-355600" lvl="8" marL="4114800" algn="l">
              <a:lnSpc>
                <a:spcPct val="100000"/>
              </a:lnSpc>
              <a:spcBef>
                <a:spcPts val="400"/>
              </a:spcBef>
              <a:spcAft>
                <a:spcPts val="0"/>
              </a:spcAft>
              <a:buSzPts val="2000"/>
              <a:buChar char="•"/>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blipFill>
          <a:blip r:embed="rId2">
            <a:alphaModFix/>
          </a:blip>
          <a:stretch>
            <a:fillRect/>
          </a:stretch>
        </a:blipFill>
      </p:bgPr>
    </p:bg>
    <p:spTree>
      <p:nvGrpSpPr>
        <p:cNvPr id="19" name="Shape 19"/>
        <p:cNvGrpSpPr/>
        <p:nvPr/>
      </p:nvGrpSpPr>
      <p:grpSpPr>
        <a:xfrm>
          <a:off x="0" y="0"/>
          <a:ext cx="0" cy="0"/>
          <a:chOff x="0" y="0"/>
          <a:chExt cx="0" cy="0"/>
        </a:xfrm>
      </p:grpSpPr>
      <p:sp>
        <p:nvSpPr>
          <p:cNvPr id="20" name="Google Shape;20;p5"/>
          <p:cNvSpPr txBox="1"/>
          <p:nvPr>
            <p:ph type="title"/>
          </p:nvPr>
        </p:nvSpPr>
        <p:spPr>
          <a:xfrm>
            <a:off x="1133855" y="2847975"/>
            <a:ext cx="7360800" cy="102150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Clr>
                <a:schemeClr val="dk2"/>
              </a:buClr>
              <a:buSzPts val="3200"/>
              <a:buFont typeface="Oswald"/>
              <a:buNone/>
              <a:defRPr b="1" sz="32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 name="Google Shape;21;p5"/>
          <p:cNvSpPr txBox="1"/>
          <p:nvPr>
            <p:ph idx="1" type="body"/>
          </p:nvPr>
        </p:nvSpPr>
        <p:spPr>
          <a:xfrm>
            <a:off x="1133855" y="2447865"/>
            <a:ext cx="7360800" cy="400200"/>
          </a:xfrm>
          <a:prstGeom prst="rect">
            <a:avLst/>
          </a:prstGeom>
          <a:noFill/>
          <a:ln>
            <a:noFill/>
          </a:ln>
        </p:spPr>
        <p:txBody>
          <a:bodyPr anchorCtr="0" anchor="b" bIns="45700" lIns="91425" spcFirstLastPara="1" rIns="91425" wrap="square" tIns="45700">
            <a:spAutoFit/>
          </a:bodyPr>
          <a:lstStyle>
            <a:lvl1pPr indent="-228600" lvl="0" marL="457200" algn="l">
              <a:lnSpc>
                <a:spcPct val="100000"/>
              </a:lnSpc>
              <a:spcBef>
                <a:spcPts val="400"/>
              </a:spcBef>
              <a:spcAft>
                <a:spcPts val="0"/>
              </a:spcAft>
              <a:buClr>
                <a:srgbClr val="8893A7"/>
              </a:buClr>
              <a:buSzPts val="2000"/>
              <a:buNone/>
              <a:defRPr b="0" i="0" sz="2000">
                <a:solidFill>
                  <a:srgbClr val="8893A7"/>
                </a:solidFill>
                <a:latin typeface="Arial"/>
                <a:ea typeface="Arial"/>
                <a:cs typeface="Arial"/>
                <a:sym typeface="Arial"/>
              </a:defRPr>
            </a:lvl1pPr>
            <a:lvl2pPr indent="-228600" lvl="1" marL="914400" algn="l">
              <a:lnSpc>
                <a:spcPct val="100000"/>
              </a:lnSpc>
              <a:spcBef>
                <a:spcPts val="360"/>
              </a:spcBef>
              <a:spcAft>
                <a:spcPts val="0"/>
              </a:spcAft>
              <a:buClr>
                <a:srgbClr val="8893A7"/>
              </a:buClr>
              <a:buSzPts val="1800"/>
              <a:buNone/>
              <a:defRPr sz="1800">
                <a:solidFill>
                  <a:srgbClr val="8893A7"/>
                </a:solidFill>
              </a:defRPr>
            </a:lvl2pPr>
            <a:lvl3pPr indent="-228600" lvl="2" marL="1371600" algn="l">
              <a:lnSpc>
                <a:spcPct val="100000"/>
              </a:lnSpc>
              <a:spcBef>
                <a:spcPts val="320"/>
              </a:spcBef>
              <a:spcAft>
                <a:spcPts val="0"/>
              </a:spcAft>
              <a:buClr>
                <a:srgbClr val="8893A7"/>
              </a:buClr>
              <a:buSzPts val="1600"/>
              <a:buNone/>
              <a:defRPr sz="1600">
                <a:solidFill>
                  <a:srgbClr val="8893A7"/>
                </a:solidFill>
              </a:defRPr>
            </a:lvl3pPr>
            <a:lvl4pPr indent="-228600" lvl="3" marL="1828800" algn="l">
              <a:lnSpc>
                <a:spcPct val="100000"/>
              </a:lnSpc>
              <a:spcBef>
                <a:spcPts val="280"/>
              </a:spcBef>
              <a:spcAft>
                <a:spcPts val="0"/>
              </a:spcAft>
              <a:buClr>
                <a:srgbClr val="8893A7"/>
              </a:buClr>
              <a:buSzPts val="1400"/>
              <a:buNone/>
              <a:defRPr sz="1400">
                <a:solidFill>
                  <a:srgbClr val="8893A7"/>
                </a:solidFill>
              </a:defRPr>
            </a:lvl4pPr>
            <a:lvl5pPr indent="-228600" lvl="4" marL="2286000" algn="l">
              <a:lnSpc>
                <a:spcPct val="100000"/>
              </a:lnSpc>
              <a:spcBef>
                <a:spcPts val="280"/>
              </a:spcBef>
              <a:spcAft>
                <a:spcPts val="0"/>
              </a:spcAft>
              <a:buClr>
                <a:srgbClr val="8893A7"/>
              </a:buClr>
              <a:buSzPts val="1400"/>
              <a:buNone/>
              <a:defRPr sz="1400">
                <a:solidFill>
                  <a:srgbClr val="8893A7"/>
                </a:solidFill>
              </a:defRPr>
            </a:lvl5pPr>
            <a:lvl6pPr indent="-228600" lvl="5" marL="2743200" algn="l">
              <a:lnSpc>
                <a:spcPct val="100000"/>
              </a:lnSpc>
              <a:spcBef>
                <a:spcPts val="280"/>
              </a:spcBef>
              <a:spcAft>
                <a:spcPts val="0"/>
              </a:spcAft>
              <a:buClr>
                <a:srgbClr val="8893A7"/>
              </a:buClr>
              <a:buSzPts val="1400"/>
              <a:buNone/>
              <a:defRPr sz="1400">
                <a:solidFill>
                  <a:srgbClr val="8893A7"/>
                </a:solidFill>
              </a:defRPr>
            </a:lvl6pPr>
            <a:lvl7pPr indent="-228600" lvl="6" marL="3200400" algn="l">
              <a:lnSpc>
                <a:spcPct val="100000"/>
              </a:lnSpc>
              <a:spcBef>
                <a:spcPts val="280"/>
              </a:spcBef>
              <a:spcAft>
                <a:spcPts val="0"/>
              </a:spcAft>
              <a:buClr>
                <a:srgbClr val="8893A7"/>
              </a:buClr>
              <a:buSzPts val="1400"/>
              <a:buNone/>
              <a:defRPr sz="1400">
                <a:solidFill>
                  <a:srgbClr val="8893A7"/>
                </a:solidFill>
              </a:defRPr>
            </a:lvl7pPr>
            <a:lvl8pPr indent="-228600" lvl="7" marL="3657600" algn="l">
              <a:lnSpc>
                <a:spcPct val="100000"/>
              </a:lnSpc>
              <a:spcBef>
                <a:spcPts val="280"/>
              </a:spcBef>
              <a:spcAft>
                <a:spcPts val="0"/>
              </a:spcAft>
              <a:buClr>
                <a:srgbClr val="8893A7"/>
              </a:buClr>
              <a:buSzPts val="1400"/>
              <a:buNone/>
              <a:defRPr sz="1400">
                <a:solidFill>
                  <a:srgbClr val="8893A7"/>
                </a:solidFill>
              </a:defRPr>
            </a:lvl8pPr>
            <a:lvl9pPr indent="-228600" lvl="8" marL="4114800" algn="l">
              <a:lnSpc>
                <a:spcPct val="100000"/>
              </a:lnSpc>
              <a:spcBef>
                <a:spcPts val="280"/>
              </a:spcBef>
              <a:spcAft>
                <a:spcPts val="0"/>
              </a:spcAft>
              <a:buClr>
                <a:srgbClr val="8893A7"/>
              </a:buClr>
              <a:buSzPts val="1400"/>
              <a:buNone/>
              <a:defRPr sz="1400">
                <a:solidFill>
                  <a:srgbClr val="8893A7"/>
                </a:solidFill>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22" name="Shape 22"/>
        <p:cNvGrpSpPr/>
        <p:nvPr/>
      </p:nvGrpSpPr>
      <p:grpSpPr>
        <a:xfrm>
          <a:off x="0" y="0"/>
          <a:ext cx="0" cy="0"/>
          <a:chOff x="0" y="0"/>
          <a:chExt cx="0" cy="0"/>
        </a:xfrm>
      </p:grpSpPr>
      <p:sp>
        <p:nvSpPr>
          <p:cNvPr id="23" name="Google Shape;23;p6"/>
          <p:cNvSpPr txBox="1"/>
          <p:nvPr>
            <p:ph type="title"/>
          </p:nvPr>
        </p:nvSpPr>
        <p:spPr>
          <a:xfrm>
            <a:off x="457201" y="781103"/>
            <a:ext cx="3008400" cy="70800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Clr>
                <a:schemeClr val="dk2"/>
              </a:buClr>
              <a:buSzPts val="2000"/>
              <a:buFont typeface="Oswald"/>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 name="Google Shape;24;p6"/>
          <p:cNvSpPr txBox="1"/>
          <p:nvPr>
            <p:ph idx="1" type="body"/>
          </p:nvPr>
        </p:nvSpPr>
        <p:spPr>
          <a:xfrm>
            <a:off x="3575050" y="821724"/>
            <a:ext cx="5111700" cy="3466800"/>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2"/>
              </a:buClr>
              <a:buSzPts val="2400"/>
              <a:buChar char="•"/>
              <a:defRPr sz="2400"/>
            </a:lvl1pPr>
            <a:lvl2pPr indent="-355600" lvl="1" marL="914400" algn="l">
              <a:lnSpc>
                <a:spcPct val="100000"/>
              </a:lnSpc>
              <a:spcBef>
                <a:spcPts val="400"/>
              </a:spcBef>
              <a:spcAft>
                <a:spcPts val="0"/>
              </a:spcAft>
              <a:buClr>
                <a:schemeClr val="dk2"/>
              </a:buClr>
              <a:buSzPts val="2000"/>
              <a:buChar char="–"/>
              <a:defRPr sz="2000"/>
            </a:lvl2pPr>
            <a:lvl3pPr indent="-342900" lvl="2" marL="1371600" algn="l">
              <a:lnSpc>
                <a:spcPct val="100000"/>
              </a:lnSpc>
              <a:spcBef>
                <a:spcPts val="360"/>
              </a:spcBef>
              <a:spcAft>
                <a:spcPts val="0"/>
              </a:spcAft>
              <a:buClr>
                <a:schemeClr val="dk2"/>
              </a:buClr>
              <a:buSzPts val="1800"/>
              <a:buChar char="•"/>
              <a:defRPr sz="1800"/>
            </a:lvl3pPr>
            <a:lvl4pPr indent="-330200" lvl="3" marL="1828800" algn="l">
              <a:lnSpc>
                <a:spcPct val="100000"/>
              </a:lnSpc>
              <a:spcBef>
                <a:spcPts val="320"/>
              </a:spcBef>
              <a:spcAft>
                <a:spcPts val="0"/>
              </a:spcAft>
              <a:buClr>
                <a:schemeClr val="dk2"/>
              </a:buClr>
              <a:buSzPts val="1600"/>
              <a:buChar char="–"/>
              <a:defRPr sz="1600"/>
            </a:lvl4pPr>
            <a:lvl5pPr indent="-330200" lvl="4" marL="2286000" algn="l">
              <a:lnSpc>
                <a:spcPct val="100000"/>
              </a:lnSpc>
              <a:spcBef>
                <a:spcPts val="320"/>
              </a:spcBef>
              <a:spcAft>
                <a:spcPts val="0"/>
              </a:spcAft>
              <a:buClr>
                <a:schemeClr val="dk2"/>
              </a:buClr>
              <a:buSzPts val="1600"/>
              <a:buChar char="»"/>
              <a:defRPr sz="1600"/>
            </a:lvl5pPr>
            <a:lvl6pPr indent="-355600" lvl="5" marL="2743200" algn="l">
              <a:lnSpc>
                <a:spcPct val="100000"/>
              </a:lnSpc>
              <a:spcBef>
                <a:spcPts val="400"/>
              </a:spcBef>
              <a:spcAft>
                <a:spcPts val="0"/>
              </a:spcAft>
              <a:buClr>
                <a:schemeClr val="dk1"/>
              </a:buClr>
              <a:buSzPts val="2000"/>
              <a:buChar char="•"/>
              <a:defRPr sz="2000"/>
            </a:lvl6pPr>
            <a:lvl7pPr indent="-355600" lvl="6" marL="3200400" algn="l">
              <a:lnSpc>
                <a:spcPct val="100000"/>
              </a:lnSpc>
              <a:spcBef>
                <a:spcPts val="400"/>
              </a:spcBef>
              <a:spcAft>
                <a:spcPts val="0"/>
              </a:spcAft>
              <a:buClr>
                <a:schemeClr val="dk1"/>
              </a:buClr>
              <a:buSzPts val="2000"/>
              <a:buChar char="•"/>
              <a:defRPr sz="2000"/>
            </a:lvl7pPr>
            <a:lvl8pPr indent="-355600" lvl="7" marL="3657600" algn="l">
              <a:lnSpc>
                <a:spcPct val="100000"/>
              </a:lnSpc>
              <a:spcBef>
                <a:spcPts val="400"/>
              </a:spcBef>
              <a:spcAft>
                <a:spcPts val="0"/>
              </a:spcAft>
              <a:buClr>
                <a:schemeClr val="dk1"/>
              </a:buClr>
              <a:buSzPts val="2000"/>
              <a:buChar char="•"/>
              <a:defRPr sz="2000"/>
            </a:lvl8pPr>
            <a:lvl9pPr indent="-355600" lvl="8" marL="4114800" algn="l">
              <a:lnSpc>
                <a:spcPct val="100000"/>
              </a:lnSpc>
              <a:spcBef>
                <a:spcPts val="400"/>
              </a:spcBef>
              <a:spcAft>
                <a:spcPts val="0"/>
              </a:spcAft>
              <a:buClr>
                <a:schemeClr val="dk1"/>
              </a:buClr>
              <a:buSzPts val="2000"/>
              <a:buChar char="•"/>
              <a:defRPr sz="2000"/>
            </a:lvl9pPr>
          </a:lstStyle>
          <a:p/>
        </p:txBody>
      </p:sp>
      <p:sp>
        <p:nvSpPr>
          <p:cNvPr id="25" name="Google Shape;25;p6"/>
          <p:cNvSpPr txBox="1"/>
          <p:nvPr>
            <p:ph idx="2" type="body"/>
          </p:nvPr>
        </p:nvSpPr>
        <p:spPr>
          <a:xfrm>
            <a:off x="457201" y="1556950"/>
            <a:ext cx="3008400" cy="2731500"/>
          </a:xfrm>
          <a:prstGeom prst="rect">
            <a:avLst/>
          </a:prstGeom>
          <a:noFill/>
          <a:ln>
            <a:noFill/>
          </a:ln>
        </p:spPr>
        <p:txBody>
          <a:bodyPr anchorCtr="0" anchor="t" bIns="45700" lIns="91425" spcFirstLastPara="1" rIns="91425" wrap="square" tIns="45700">
            <a:spAutoFit/>
          </a:bodyPr>
          <a:lstStyle>
            <a:lvl1pPr indent="-228600" lvl="0" marL="457200" algn="l">
              <a:lnSpc>
                <a:spcPct val="100000"/>
              </a:lnSpc>
              <a:spcBef>
                <a:spcPts val="280"/>
              </a:spcBef>
              <a:spcAft>
                <a:spcPts val="0"/>
              </a:spcAft>
              <a:buClr>
                <a:schemeClr val="dk2"/>
              </a:buClr>
              <a:buSzPts val="1400"/>
              <a:buNone/>
              <a:defRPr sz="1400"/>
            </a:lvl1pPr>
            <a:lvl2pPr indent="-228600" lvl="1" marL="914400" algn="l">
              <a:lnSpc>
                <a:spcPct val="100000"/>
              </a:lnSpc>
              <a:spcBef>
                <a:spcPts val="240"/>
              </a:spcBef>
              <a:spcAft>
                <a:spcPts val="0"/>
              </a:spcAft>
              <a:buClr>
                <a:schemeClr val="dk2"/>
              </a:buClr>
              <a:buSzPts val="1200"/>
              <a:buNone/>
              <a:defRPr sz="1200"/>
            </a:lvl2pPr>
            <a:lvl3pPr indent="-228600" lvl="2" marL="1371600" algn="l">
              <a:lnSpc>
                <a:spcPct val="100000"/>
              </a:lnSpc>
              <a:spcBef>
                <a:spcPts val="200"/>
              </a:spcBef>
              <a:spcAft>
                <a:spcPts val="0"/>
              </a:spcAft>
              <a:buClr>
                <a:schemeClr val="dk2"/>
              </a:buClr>
              <a:buSzPts val="1000"/>
              <a:buNone/>
              <a:defRPr sz="1000"/>
            </a:lvl3pPr>
            <a:lvl4pPr indent="-228600" lvl="3" marL="1828800" algn="l">
              <a:lnSpc>
                <a:spcPct val="100000"/>
              </a:lnSpc>
              <a:spcBef>
                <a:spcPts val="180"/>
              </a:spcBef>
              <a:spcAft>
                <a:spcPts val="0"/>
              </a:spcAft>
              <a:buClr>
                <a:schemeClr val="dk2"/>
              </a:buClr>
              <a:buSzPts val="900"/>
              <a:buNone/>
              <a:defRPr sz="900"/>
            </a:lvl4pPr>
            <a:lvl5pPr indent="-228600" lvl="4" marL="2286000" algn="l">
              <a:lnSpc>
                <a:spcPct val="100000"/>
              </a:lnSpc>
              <a:spcBef>
                <a:spcPts val="180"/>
              </a:spcBef>
              <a:spcAft>
                <a:spcPts val="0"/>
              </a:spcAft>
              <a:buClr>
                <a:schemeClr val="dk2"/>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_Custom Layout">
  <p:cSld name="4_Custom Layout">
    <p:spTree>
      <p:nvGrpSpPr>
        <p:cNvPr id="26" name="Shape 26"/>
        <p:cNvGrpSpPr/>
        <p:nvPr/>
      </p:nvGrpSpPr>
      <p:grpSpPr>
        <a:xfrm>
          <a:off x="0" y="0"/>
          <a:ext cx="0" cy="0"/>
          <a:chOff x="0" y="0"/>
          <a:chExt cx="0" cy="0"/>
        </a:xfrm>
      </p:grpSpPr>
      <p:sp>
        <p:nvSpPr>
          <p:cNvPr id="27" name="Google Shape;27;p7"/>
          <p:cNvSpPr txBox="1"/>
          <p:nvPr>
            <p:ph type="title"/>
          </p:nvPr>
        </p:nvSpPr>
        <p:spPr>
          <a:xfrm>
            <a:off x="457200" y="4369441"/>
            <a:ext cx="7119300" cy="5256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3200"/>
              <a:buNone/>
              <a:defRPr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8" name="Google Shape;28;p7"/>
          <p:cNvSpPr/>
          <p:nvPr>
            <p:ph idx="2" type="pic"/>
          </p:nvPr>
        </p:nvSpPr>
        <p:spPr>
          <a:xfrm>
            <a:off x="457199" y="182880"/>
            <a:ext cx="8225400" cy="4041600"/>
          </a:xfrm>
          <a:prstGeom prst="rect">
            <a:avLst/>
          </a:prstGeom>
          <a:noFill/>
          <a:ln>
            <a:noFill/>
          </a:ln>
        </p:spPr>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Picture with Caption">
  <p:cSld name="1_Picture with Caption">
    <p:bg>
      <p:bgPr>
        <a:blipFill>
          <a:blip r:embed="rId2">
            <a:alphaModFix/>
          </a:blip>
          <a:stretch>
            <a:fillRect/>
          </a:stretch>
        </a:blipFill>
      </p:bgPr>
    </p:bg>
    <p:spTree>
      <p:nvGrpSpPr>
        <p:cNvPr id="29" name="Shape 29"/>
        <p:cNvGrpSpPr/>
        <p:nvPr/>
      </p:nvGrpSpPr>
      <p:grpSpPr>
        <a:xfrm>
          <a:off x="0" y="0"/>
          <a:ext cx="0" cy="0"/>
          <a:chOff x="0" y="0"/>
          <a:chExt cx="0" cy="0"/>
        </a:xfrm>
      </p:grpSpPr>
      <p:sp>
        <p:nvSpPr>
          <p:cNvPr id="30" name="Google Shape;30;p8"/>
          <p:cNvSpPr txBox="1"/>
          <p:nvPr>
            <p:ph type="title"/>
          </p:nvPr>
        </p:nvSpPr>
        <p:spPr>
          <a:xfrm>
            <a:off x="457198" y="4224528"/>
            <a:ext cx="5294400" cy="40020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Clr>
                <a:schemeClr val="lt1"/>
              </a:buClr>
              <a:buSzPts val="2000"/>
              <a:buFont typeface="Oswald"/>
              <a:buNone/>
              <a:defRPr b="1" sz="20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8"/>
          <p:cNvSpPr/>
          <p:nvPr>
            <p:ph idx="2" type="pic"/>
          </p:nvPr>
        </p:nvSpPr>
        <p:spPr>
          <a:xfrm>
            <a:off x="457198" y="173736"/>
            <a:ext cx="8295000" cy="3941100"/>
          </a:xfrm>
          <a:prstGeom prst="rect">
            <a:avLst/>
          </a:prstGeom>
          <a:noFill/>
          <a:ln>
            <a:noFill/>
          </a:ln>
        </p:spPr>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Custom Layout">
  <p:cSld name="3_Custom Layout">
    <p:spTree>
      <p:nvGrpSpPr>
        <p:cNvPr id="32" name="Shape 32"/>
        <p:cNvGrpSpPr/>
        <p:nvPr/>
      </p:nvGrpSpPr>
      <p:grpSpPr>
        <a:xfrm>
          <a:off x="0" y="0"/>
          <a:ext cx="0" cy="0"/>
          <a:chOff x="0" y="0"/>
          <a:chExt cx="0" cy="0"/>
        </a:xfrm>
      </p:grpSpPr>
      <p:sp>
        <p:nvSpPr>
          <p:cNvPr id="33" name="Google Shape;33;p9"/>
          <p:cNvSpPr txBox="1"/>
          <p:nvPr>
            <p:ph type="title"/>
          </p:nvPr>
        </p:nvSpPr>
        <p:spPr>
          <a:xfrm>
            <a:off x="457199" y="585436"/>
            <a:ext cx="8225400" cy="7680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3200"/>
              <a:buNone/>
              <a:defRPr sz="28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4" name="Google Shape;34;p9"/>
          <p:cNvSpPr txBox="1"/>
          <p:nvPr>
            <p:ph idx="1" type="body"/>
          </p:nvPr>
        </p:nvSpPr>
        <p:spPr>
          <a:xfrm>
            <a:off x="452438" y="1898468"/>
            <a:ext cx="7245300" cy="2961000"/>
          </a:xfrm>
          <a:prstGeom prst="rect">
            <a:avLst/>
          </a:prstGeom>
          <a:noFill/>
          <a:ln>
            <a:noFill/>
          </a:ln>
        </p:spPr>
        <p:txBody>
          <a:bodyPr anchorCtr="0" anchor="t" bIns="45700" lIns="91425" spcFirstLastPara="1" rIns="91425" wrap="square" tIns="45700">
            <a:spAutoFit/>
          </a:bodyPr>
          <a:lstStyle>
            <a:lvl1pPr indent="-381000" lvl="0" marL="457200" algn="l">
              <a:lnSpc>
                <a:spcPct val="100000"/>
              </a:lnSpc>
              <a:spcBef>
                <a:spcPts val="480"/>
              </a:spcBef>
              <a:spcAft>
                <a:spcPts val="0"/>
              </a:spcAft>
              <a:buSzPts val="2400"/>
              <a:buChar char="•"/>
              <a:defRPr sz="2000">
                <a:latin typeface="Arial"/>
                <a:ea typeface="Arial"/>
                <a:cs typeface="Arial"/>
                <a:sym typeface="Arial"/>
              </a:defRPr>
            </a:lvl1pPr>
            <a:lvl2pPr indent="-355600" lvl="1" marL="914400" algn="l">
              <a:lnSpc>
                <a:spcPct val="100000"/>
              </a:lnSpc>
              <a:spcBef>
                <a:spcPts val="400"/>
              </a:spcBef>
              <a:spcAft>
                <a:spcPts val="0"/>
              </a:spcAft>
              <a:buSzPts val="2000"/>
              <a:buChar char="–"/>
              <a:defRPr sz="1800">
                <a:latin typeface="Arial"/>
                <a:ea typeface="Arial"/>
                <a:cs typeface="Arial"/>
                <a:sym typeface="Arial"/>
              </a:defRPr>
            </a:lvl2pPr>
            <a:lvl3pPr indent="-342900" lvl="2" marL="1371600" algn="l">
              <a:lnSpc>
                <a:spcPct val="100000"/>
              </a:lnSpc>
              <a:spcBef>
                <a:spcPts val="360"/>
              </a:spcBef>
              <a:spcAft>
                <a:spcPts val="0"/>
              </a:spcAft>
              <a:buSzPts val="1800"/>
              <a:buChar char="•"/>
              <a:defRPr sz="1600">
                <a:latin typeface="Arial"/>
                <a:ea typeface="Arial"/>
                <a:cs typeface="Arial"/>
                <a:sym typeface="Arial"/>
              </a:defRPr>
            </a:lvl3pPr>
            <a:lvl4pPr indent="-330200" lvl="3" marL="1828800" algn="l">
              <a:lnSpc>
                <a:spcPct val="100000"/>
              </a:lnSpc>
              <a:spcBef>
                <a:spcPts val="320"/>
              </a:spcBef>
              <a:spcAft>
                <a:spcPts val="0"/>
              </a:spcAft>
              <a:buSzPts val="1600"/>
              <a:buChar char="–"/>
              <a:defRPr sz="1400">
                <a:latin typeface="Arial"/>
                <a:ea typeface="Arial"/>
                <a:cs typeface="Arial"/>
                <a:sym typeface="Arial"/>
              </a:defRPr>
            </a:lvl4pPr>
            <a:lvl5pPr indent="-330200" lvl="4" marL="2286000" algn="l">
              <a:lnSpc>
                <a:spcPct val="100000"/>
              </a:lnSpc>
              <a:spcBef>
                <a:spcPts val="320"/>
              </a:spcBef>
              <a:spcAft>
                <a:spcPts val="0"/>
              </a:spcAft>
              <a:buSzPts val="1600"/>
              <a:buChar char="»"/>
              <a:defRPr sz="1400">
                <a:latin typeface="Arial"/>
                <a:ea typeface="Arial"/>
                <a:cs typeface="Arial"/>
                <a:sym typeface="Arial"/>
              </a:defRPr>
            </a:lvl5pPr>
            <a:lvl6pPr indent="-355600" lvl="5" marL="2743200" algn="l">
              <a:lnSpc>
                <a:spcPct val="100000"/>
              </a:lnSpc>
              <a:spcBef>
                <a:spcPts val="400"/>
              </a:spcBef>
              <a:spcAft>
                <a:spcPts val="0"/>
              </a:spcAft>
              <a:buSzPts val="2000"/>
              <a:buChar char="•"/>
              <a:defRPr/>
            </a:lvl6pPr>
            <a:lvl7pPr indent="-355600" lvl="6" marL="3200400" algn="l">
              <a:lnSpc>
                <a:spcPct val="100000"/>
              </a:lnSpc>
              <a:spcBef>
                <a:spcPts val="400"/>
              </a:spcBef>
              <a:spcAft>
                <a:spcPts val="0"/>
              </a:spcAft>
              <a:buSzPts val="2000"/>
              <a:buChar char="•"/>
              <a:defRPr/>
            </a:lvl7pPr>
            <a:lvl8pPr indent="-355600" lvl="7" marL="3657600" algn="l">
              <a:lnSpc>
                <a:spcPct val="100000"/>
              </a:lnSpc>
              <a:spcBef>
                <a:spcPts val="400"/>
              </a:spcBef>
              <a:spcAft>
                <a:spcPts val="0"/>
              </a:spcAft>
              <a:buSzPts val="2000"/>
              <a:buChar char="•"/>
              <a:defRPr/>
            </a:lvl8pPr>
            <a:lvl9pPr indent="-355600" lvl="8" marL="4114800" algn="l">
              <a:lnSpc>
                <a:spcPct val="100000"/>
              </a:lnSpc>
              <a:spcBef>
                <a:spcPts val="400"/>
              </a:spcBef>
              <a:spcAft>
                <a:spcPts val="0"/>
              </a:spcAft>
              <a:buSzPts val="2000"/>
              <a:buChar char="•"/>
              <a:defRPr/>
            </a:lvl9pPr>
          </a:lstStyle>
          <a:p/>
        </p:txBody>
      </p:sp>
      <p:sp>
        <p:nvSpPr>
          <p:cNvPr id="35" name="Google Shape;35;p9"/>
          <p:cNvSpPr txBox="1"/>
          <p:nvPr>
            <p:ph idx="2" type="body"/>
          </p:nvPr>
        </p:nvSpPr>
        <p:spPr>
          <a:xfrm>
            <a:off x="452438" y="1419225"/>
            <a:ext cx="7681800" cy="357300"/>
          </a:xfrm>
          <a:prstGeom prst="rect">
            <a:avLst/>
          </a:prstGeom>
          <a:noFill/>
          <a:ln>
            <a:noFill/>
          </a:ln>
        </p:spPr>
        <p:txBody>
          <a:bodyPr anchorCtr="0" anchor="ctr" bIns="45700" lIns="91425" spcFirstLastPara="1" rIns="91425" wrap="square" tIns="45700">
            <a:spAutoFit/>
          </a:bodyPr>
          <a:lstStyle>
            <a:lvl1pPr indent="-228600" lvl="0" marL="457200" algn="l">
              <a:lnSpc>
                <a:spcPct val="100000"/>
              </a:lnSpc>
              <a:spcBef>
                <a:spcPts val="480"/>
              </a:spcBef>
              <a:spcAft>
                <a:spcPts val="0"/>
              </a:spcAft>
              <a:buSzPts val="2400"/>
              <a:buNone/>
              <a:defRPr b="0" sz="1800">
                <a:solidFill>
                  <a:schemeClr val="accent3"/>
                </a:solidFill>
              </a:defRPr>
            </a:lvl1pPr>
            <a:lvl2pPr indent="-355600" lvl="1" marL="914400" algn="l">
              <a:lnSpc>
                <a:spcPct val="100000"/>
              </a:lnSpc>
              <a:spcBef>
                <a:spcPts val="400"/>
              </a:spcBef>
              <a:spcAft>
                <a:spcPts val="0"/>
              </a:spcAft>
              <a:buSzPts val="2000"/>
              <a:buChar char="–"/>
              <a:defRPr/>
            </a:lvl2pPr>
            <a:lvl3pPr indent="-342900" lvl="2" marL="1371600" algn="l">
              <a:lnSpc>
                <a:spcPct val="100000"/>
              </a:lnSpc>
              <a:spcBef>
                <a:spcPts val="360"/>
              </a:spcBef>
              <a:spcAft>
                <a:spcPts val="0"/>
              </a:spcAft>
              <a:buSzPts val="1800"/>
              <a:buChar char="•"/>
              <a:defRPr/>
            </a:lvl3pPr>
            <a:lvl4pPr indent="-330200" lvl="3" marL="1828800" algn="l">
              <a:lnSpc>
                <a:spcPct val="100000"/>
              </a:lnSpc>
              <a:spcBef>
                <a:spcPts val="320"/>
              </a:spcBef>
              <a:spcAft>
                <a:spcPts val="0"/>
              </a:spcAft>
              <a:buSzPts val="1600"/>
              <a:buChar char="–"/>
              <a:defRPr/>
            </a:lvl4pPr>
            <a:lvl5pPr indent="-330200" lvl="4" marL="2286000" algn="l">
              <a:lnSpc>
                <a:spcPct val="100000"/>
              </a:lnSpc>
              <a:spcBef>
                <a:spcPts val="320"/>
              </a:spcBef>
              <a:spcAft>
                <a:spcPts val="0"/>
              </a:spcAft>
              <a:buSzPts val="1600"/>
              <a:buChar char="»"/>
              <a:defRPr/>
            </a:lvl5pPr>
            <a:lvl6pPr indent="-355600" lvl="5" marL="2743200" algn="l">
              <a:lnSpc>
                <a:spcPct val="100000"/>
              </a:lnSpc>
              <a:spcBef>
                <a:spcPts val="400"/>
              </a:spcBef>
              <a:spcAft>
                <a:spcPts val="0"/>
              </a:spcAft>
              <a:buSzPts val="2000"/>
              <a:buChar char="•"/>
              <a:defRPr/>
            </a:lvl6pPr>
            <a:lvl7pPr indent="-355600" lvl="6" marL="3200400" algn="l">
              <a:lnSpc>
                <a:spcPct val="100000"/>
              </a:lnSpc>
              <a:spcBef>
                <a:spcPts val="400"/>
              </a:spcBef>
              <a:spcAft>
                <a:spcPts val="0"/>
              </a:spcAft>
              <a:buSzPts val="2000"/>
              <a:buChar char="•"/>
              <a:defRPr/>
            </a:lvl7pPr>
            <a:lvl8pPr indent="-355600" lvl="7" marL="3657600" algn="l">
              <a:lnSpc>
                <a:spcPct val="100000"/>
              </a:lnSpc>
              <a:spcBef>
                <a:spcPts val="400"/>
              </a:spcBef>
              <a:spcAft>
                <a:spcPts val="0"/>
              </a:spcAft>
              <a:buSzPts val="2000"/>
              <a:buChar char="•"/>
              <a:defRPr/>
            </a:lvl8pPr>
            <a:lvl9pPr indent="-355600" lvl="8" marL="4114800" algn="l">
              <a:lnSpc>
                <a:spcPct val="100000"/>
              </a:lnSpc>
              <a:spcBef>
                <a:spcPts val="400"/>
              </a:spcBef>
              <a:spcAft>
                <a:spcPts val="0"/>
              </a:spcAft>
              <a:buSzPts val="2000"/>
              <a:buChar char="•"/>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p:cSld name="Two Content">
    <p:bg>
      <p:bgPr>
        <a:blipFill>
          <a:blip r:embed="rId2">
            <a:alphaModFix/>
          </a:blip>
          <a:stretch>
            <a:fillRect/>
          </a:stretch>
        </a:blipFill>
      </p:bgPr>
    </p:bg>
    <p:spTree>
      <p:nvGrpSpPr>
        <p:cNvPr id="36" name="Shape 36"/>
        <p:cNvGrpSpPr/>
        <p:nvPr/>
      </p:nvGrpSpPr>
      <p:grpSpPr>
        <a:xfrm>
          <a:off x="0" y="0"/>
          <a:ext cx="0" cy="0"/>
          <a:chOff x="0" y="0"/>
          <a:chExt cx="0" cy="0"/>
        </a:xfrm>
      </p:grpSpPr>
      <p:sp>
        <p:nvSpPr>
          <p:cNvPr id="37" name="Google Shape;37;p10"/>
          <p:cNvSpPr txBox="1"/>
          <p:nvPr>
            <p:ph type="title"/>
          </p:nvPr>
        </p:nvSpPr>
        <p:spPr>
          <a:xfrm>
            <a:off x="457200" y="770841"/>
            <a:ext cx="8229600" cy="5847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chemeClr val="lt2"/>
              </a:buClr>
              <a:buSzPts val="3200"/>
              <a:buFont typeface="Oswald"/>
              <a:buNone/>
              <a:defRPr>
                <a:solidFill>
                  <a:schemeClr val="lt2"/>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10"/>
          <p:cNvSpPr txBox="1"/>
          <p:nvPr>
            <p:ph idx="1" type="body"/>
          </p:nvPr>
        </p:nvSpPr>
        <p:spPr>
          <a:xfrm>
            <a:off x="457200" y="1430603"/>
            <a:ext cx="4038600" cy="3051600"/>
          </a:xfrm>
          <a:prstGeom prst="rect">
            <a:avLst/>
          </a:prstGeom>
          <a:noFill/>
          <a:ln>
            <a:noFill/>
          </a:ln>
        </p:spPr>
        <p:txBody>
          <a:bodyPr anchorCtr="0" anchor="t" bIns="45700" lIns="91425" spcFirstLastPara="1" rIns="91425" wrap="square" tIns="45700">
            <a:normAutofit/>
          </a:bodyPr>
          <a:lstStyle>
            <a:lvl1pPr indent="-355600" lvl="0" marL="457200" algn="l">
              <a:lnSpc>
                <a:spcPct val="100000"/>
              </a:lnSpc>
              <a:spcBef>
                <a:spcPts val="400"/>
              </a:spcBef>
              <a:spcAft>
                <a:spcPts val="0"/>
              </a:spcAft>
              <a:buClr>
                <a:schemeClr val="lt2"/>
              </a:buClr>
              <a:buSzPts val="2000"/>
              <a:buChar char="•"/>
              <a:defRPr sz="2000">
                <a:solidFill>
                  <a:schemeClr val="lt2"/>
                </a:solidFill>
              </a:defRPr>
            </a:lvl1pPr>
            <a:lvl2pPr indent="-342900" lvl="1" marL="914400" algn="l">
              <a:lnSpc>
                <a:spcPct val="100000"/>
              </a:lnSpc>
              <a:spcBef>
                <a:spcPts val="360"/>
              </a:spcBef>
              <a:spcAft>
                <a:spcPts val="0"/>
              </a:spcAft>
              <a:buClr>
                <a:schemeClr val="lt2"/>
              </a:buClr>
              <a:buSzPts val="1800"/>
              <a:buChar char="–"/>
              <a:defRPr sz="1800">
                <a:solidFill>
                  <a:schemeClr val="lt2"/>
                </a:solidFill>
              </a:defRPr>
            </a:lvl2pPr>
            <a:lvl3pPr indent="-330200" lvl="2" marL="1371600" algn="l">
              <a:lnSpc>
                <a:spcPct val="100000"/>
              </a:lnSpc>
              <a:spcBef>
                <a:spcPts val="320"/>
              </a:spcBef>
              <a:spcAft>
                <a:spcPts val="0"/>
              </a:spcAft>
              <a:buClr>
                <a:schemeClr val="lt2"/>
              </a:buClr>
              <a:buSzPts val="1600"/>
              <a:buChar char="•"/>
              <a:defRPr sz="1600">
                <a:solidFill>
                  <a:schemeClr val="lt2"/>
                </a:solidFill>
              </a:defRPr>
            </a:lvl3pPr>
            <a:lvl4pPr indent="-317500" lvl="3" marL="1828800" algn="l">
              <a:lnSpc>
                <a:spcPct val="100000"/>
              </a:lnSpc>
              <a:spcBef>
                <a:spcPts val="280"/>
              </a:spcBef>
              <a:spcAft>
                <a:spcPts val="0"/>
              </a:spcAft>
              <a:buClr>
                <a:schemeClr val="lt2"/>
              </a:buClr>
              <a:buSzPts val="1400"/>
              <a:buChar char="–"/>
              <a:defRPr sz="1400">
                <a:solidFill>
                  <a:schemeClr val="lt2"/>
                </a:solidFill>
              </a:defRPr>
            </a:lvl4pPr>
            <a:lvl5pPr indent="-317500" lvl="4" marL="2286000" algn="l">
              <a:lnSpc>
                <a:spcPct val="100000"/>
              </a:lnSpc>
              <a:spcBef>
                <a:spcPts val="280"/>
              </a:spcBef>
              <a:spcAft>
                <a:spcPts val="0"/>
              </a:spcAft>
              <a:buClr>
                <a:schemeClr val="lt2"/>
              </a:buClr>
              <a:buSzPts val="1400"/>
              <a:buChar char="»"/>
              <a:defRPr sz="1400">
                <a:solidFill>
                  <a:schemeClr val="lt2"/>
                </a:solidFill>
              </a:defRPr>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9" name="Google Shape;39;p10"/>
          <p:cNvSpPr txBox="1"/>
          <p:nvPr>
            <p:ph idx="2" type="body"/>
          </p:nvPr>
        </p:nvSpPr>
        <p:spPr>
          <a:xfrm>
            <a:off x="4648200" y="1430601"/>
            <a:ext cx="4038600" cy="3051600"/>
          </a:xfrm>
          <a:prstGeom prst="rect">
            <a:avLst/>
          </a:prstGeom>
          <a:noFill/>
          <a:ln>
            <a:noFill/>
          </a:ln>
        </p:spPr>
        <p:txBody>
          <a:bodyPr anchorCtr="0" anchor="t" bIns="45700" lIns="91425" spcFirstLastPara="1" rIns="91425" wrap="square" tIns="45700">
            <a:normAutofit/>
          </a:bodyPr>
          <a:lstStyle>
            <a:lvl1pPr indent="-355600" lvl="0" marL="457200" algn="l">
              <a:lnSpc>
                <a:spcPct val="100000"/>
              </a:lnSpc>
              <a:spcBef>
                <a:spcPts val="400"/>
              </a:spcBef>
              <a:spcAft>
                <a:spcPts val="0"/>
              </a:spcAft>
              <a:buClr>
                <a:schemeClr val="lt2"/>
              </a:buClr>
              <a:buSzPts val="2000"/>
              <a:buChar char="•"/>
              <a:defRPr sz="2000">
                <a:solidFill>
                  <a:schemeClr val="lt2"/>
                </a:solidFill>
              </a:defRPr>
            </a:lvl1pPr>
            <a:lvl2pPr indent="-342900" lvl="1" marL="914400" algn="l">
              <a:lnSpc>
                <a:spcPct val="100000"/>
              </a:lnSpc>
              <a:spcBef>
                <a:spcPts val="360"/>
              </a:spcBef>
              <a:spcAft>
                <a:spcPts val="0"/>
              </a:spcAft>
              <a:buClr>
                <a:schemeClr val="lt2"/>
              </a:buClr>
              <a:buSzPts val="1800"/>
              <a:buChar char="–"/>
              <a:defRPr sz="1800">
                <a:solidFill>
                  <a:schemeClr val="lt2"/>
                </a:solidFill>
              </a:defRPr>
            </a:lvl2pPr>
            <a:lvl3pPr indent="-330200" lvl="2" marL="1371600" algn="l">
              <a:lnSpc>
                <a:spcPct val="100000"/>
              </a:lnSpc>
              <a:spcBef>
                <a:spcPts val="320"/>
              </a:spcBef>
              <a:spcAft>
                <a:spcPts val="0"/>
              </a:spcAft>
              <a:buClr>
                <a:schemeClr val="lt2"/>
              </a:buClr>
              <a:buSzPts val="1600"/>
              <a:buChar char="•"/>
              <a:defRPr sz="1600">
                <a:solidFill>
                  <a:schemeClr val="lt2"/>
                </a:solidFill>
              </a:defRPr>
            </a:lvl3pPr>
            <a:lvl4pPr indent="-317500" lvl="3" marL="1828800" algn="l">
              <a:lnSpc>
                <a:spcPct val="100000"/>
              </a:lnSpc>
              <a:spcBef>
                <a:spcPts val="280"/>
              </a:spcBef>
              <a:spcAft>
                <a:spcPts val="0"/>
              </a:spcAft>
              <a:buClr>
                <a:schemeClr val="lt2"/>
              </a:buClr>
              <a:buSzPts val="1400"/>
              <a:buChar char="–"/>
              <a:defRPr sz="1400">
                <a:solidFill>
                  <a:schemeClr val="lt2"/>
                </a:solidFill>
              </a:defRPr>
            </a:lvl4pPr>
            <a:lvl5pPr indent="-317500" lvl="4" marL="2286000" algn="l">
              <a:lnSpc>
                <a:spcPct val="100000"/>
              </a:lnSpc>
              <a:spcBef>
                <a:spcPts val="280"/>
              </a:spcBef>
              <a:spcAft>
                <a:spcPts val="0"/>
              </a:spcAft>
              <a:buClr>
                <a:schemeClr val="lt2"/>
              </a:buClr>
              <a:buSzPts val="1400"/>
              <a:buChar char="»"/>
              <a:defRPr sz="1400">
                <a:solidFill>
                  <a:schemeClr val="lt2"/>
                </a:solidFill>
              </a:defRPr>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bg>
      <p:bgPr>
        <a:blipFill>
          <a:blip r:embed="rId2">
            <a:alphaModFix/>
          </a:blip>
          <a:stretch>
            <a:fillRect/>
          </a:stretch>
        </a:blipFill>
      </p:bgPr>
    </p:bg>
    <p:spTree>
      <p:nvGrpSpPr>
        <p:cNvPr id="40" name="Shape 40"/>
        <p:cNvGrpSpPr/>
        <p:nvPr/>
      </p:nvGrpSpPr>
      <p:grpSpPr>
        <a:xfrm>
          <a:off x="0" y="0"/>
          <a:ext cx="0" cy="0"/>
          <a:chOff x="0" y="0"/>
          <a:chExt cx="0" cy="0"/>
        </a:xfrm>
      </p:grpSpPr>
      <p:sp>
        <p:nvSpPr>
          <p:cNvPr id="41" name="Google Shape;41;p11"/>
          <p:cNvSpPr txBox="1"/>
          <p:nvPr>
            <p:ph type="title"/>
          </p:nvPr>
        </p:nvSpPr>
        <p:spPr>
          <a:xfrm>
            <a:off x="457199" y="585436"/>
            <a:ext cx="8225400" cy="7680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chemeClr val="lt1"/>
              </a:buClr>
              <a:buSzPts val="3200"/>
              <a:buFont typeface="Oswald"/>
              <a:buNone/>
              <a:defRPr>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blipFill>
          <a:blip r:embed="rId2">
            <a:alphaModFix/>
          </a:blip>
          <a:stretch>
            <a:fillRect/>
          </a:stretch>
        </a:blipFill>
      </p:bgPr>
    </p:bg>
    <p:spTree>
      <p:nvGrpSpPr>
        <p:cNvPr id="42" name="Shape 42"/>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Comparison">
  <p:cSld name="1_Comparison">
    <p:spTree>
      <p:nvGrpSpPr>
        <p:cNvPr id="43" name="Shape 43"/>
        <p:cNvGrpSpPr/>
        <p:nvPr/>
      </p:nvGrpSpPr>
      <p:grpSpPr>
        <a:xfrm>
          <a:off x="0" y="0"/>
          <a:ext cx="0" cy="0"/>
          <a:chOff x="0" y="0"/>
          <a:chExt cx="0" cy="0"/>
        </a:xfrm>
      </p:grpSpPr>
      <p:sp>
        <p:nvSpPr>
          <p:cNvPr id="44" name="Google Shape;44;p13"/>
          <p:cNvSpPr txBox="1"/>
          <p:nvPr>
            <p:ph type="title"/>
          </p:nvPr>
        </p:nvSpPr>
        <p:spPr>
          <a:xfrm>
            <a:off x="457200" y="634604"/>
            <a:ext cx="8229600" cy="8574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chemeClr val="dk2"/>
              </a:buClr>
              <a:buSzPts val="3200"/>
              <a:buFont typeface="Oswald"/>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5" name="Google Shape;45;p13"/>
          <p:cNvSpPr txBox="1"/>
          <p:nvPr>
            <p:ph idx="1" type="body"/>
          </p:nvPr>
        </p:nvSpPr>
        <p:spPr>
          <a:xfrm>
            <a:off x="457200" y="1661373"/>
            <a:ext cx="4040100" cy="479700"/>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00"/>
              </a:spcBef>
              <a:spcAft>
                <a:spcPts val="0"/>
              </a:spcAft>
              <a:buClr>
                <a:schemeClr val="dk2"/>
              </a:buClr>
              <a:buSzPts val="2000"/>
              <a:buNone/>
              <a:defRPr b="0" sz="2000"/>
            </a:lvl1pPr>
            <a:lvl2pPr indent="-228600" lvl="1" marL="914400" algn="l">
              <a:lnSpc>
                <a:spcPct val="100000"/>
              </a:lnSpc>
              <a:spcBef>
                <a:spcPts val="400"/>
              </a:spcBef>
              <a:spcAft>
                <a:spcPts val="0"/>
              </a:spcAft>
              <a:buClr>
                <a:schemeClr val="dk2"/>
              </a:buClr>
              <a:buSzPts val="2000"/>
              <a:buNone/>
              <a:defRPr b="1" sz="2000"/>
            </a:lvl2pPr>
            <a:lvl3pPr indent="-228600" lvl="2" marL="1371600" algn="l">
              <a:lnSpc>
                <a:spcPct val="100000"/>
              </a:lnSpc>
              <a:spcBef>
                <a:spcPts val="360"/>
              </a:spcBef>
              <a:spcAft>
                <a:spcPts val="0"/>
              </a:spcAft>
              <a:buClr>
                <a:schemeClr val="dk2"/>
              </a:buClr>
              <a:buSzPts val="1800"/>
              <a:buNone/>
              <a:defRPr b="1" sz="1800"/>
            </a:lvl3pPr>
            <a:lvl4pPr indent="-228600" lvl="3" marL="1828800" algn="l">
              <a:lnSpc>
                <a:spcPct val="100000"/>
              </a:lnSpc>
              <a:spcBef>
                <a:spcPts val="320"/>
              </a:spcBef>
              <a:spcAft>
                <a:spcPts val="0"/>
              </a:spcAft>
              <a:buClr>
                <a:schemeClr val="dk2"/>
              </a:buClr>
              <a:buSzPts val="1600"/>
              <a:buNone/>
              <a:defRPr b="1" sz="1600"/>
            </a:lvl4pPr>
            <a:lvl5pPr indent="-228600" lvl="4" marL="2286000" algn="l">
              <a:lnSpc>
                <a:spcPct val="100000"/>
              </a:lnSpc>
              <a:spcBef>
                <a:spcPts val="320"/>
              </a:spcBef>
              <a:spcAft>
                <a:spcPts val="0"/>
              </a:spcAft>
              <a:buClr>
                <a:schemeClr val="dk2"/>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6" name="Google Shape;46;p13"/>
          <p:cNvSpPr txBox="1"/>
          <p:nvPr>
            <p:ph idx="2" type="body"/>
          </p:nvPr>
        </p:nvSpPr>
        <p:spPr>
          <a:xfrm>
            <a:off x="457200" y="2310714"/>
            <a:ext cx="4040100" cy="19869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2"/>
              </a:buClr>
              <a:buSzPts val="1800"/>
              <a:buChar char="•"/>
              <a:defRPr sz="1800"/>
            </a:lvl1pPr>
            <a:lvl2pPr indent="-330200" lvl="1" marL="914400" algn="l">
              <a:lnSpc>
                <a:spcPct val="100000"/>
              </a:lnSpc>
              <a:spcBef>
                <a:spcPts val="320"/>
              </a:spcBef>
              <a:spcAft>
                <a:spcPts val="0"/>
              </a:spcAft>
              <a:buClr>
                <a:schemeClr val="dk2"/>
              </a:buClr>
              <a:buSzPts val="1600"/>
              <a:buChar char="–"/>
              <a:defRPr sz="1600"/>
            </a:lvl2pPr>
            <a:lvl3pPr indent="-317500" lvl="2" marL="1371600" algn="l">
              <a:lnSpc>
                <a:spcPct val="100000"/>
              </a:lnSpc>
              <a:spcBef>
                <a:spcPts val="280"/>
              </a:spcBef>
              <a:spcAft>
                <a:spcPts val="0"/>
              </a:spcAft>
              <a:buClr>
                <a:schemeClr val="dk2"/>
              </a:buClr>
              <a:buSzPts val="1400"/>
              <a:buChar char="•"/>
              <a:defRPr sz="1400"/>
            </a:lvl3pPr>
            <a:lvl4pPr indent="-304800" lvl="3" marL="1828800" algn="l">
              <a:lnSpc>
                <a:spcPct val="100000"/>
              </a:lnSpc>
              <a:spcBef>
                <a:spcPts val="240"/>
              </a:spcBef>
              <a:spcAft>
                <a:spcPts val="0"/>
              </a:spcAft>
              <a:buClr>
                <a:schemeClr val="dk2"/>
              </a:buClr>
              <a:buSzPts val="1200"/>
              <a:buChar char="–"/>
              <a:defRPr sz="1200"/>
            </a:lvl4pPr>
            <a:lvl5pPr indent="-304800" lvl="4" marL="2286000" algn="l">
              <a:lnSpc>
                <a:spcPct val="100000"/>
              </a:lnSpc>
              <a:spcBef>
                <a:spcPts val="240"/>
              </a:spcBef>
              <a:spcAft>
                <a:spcPts val="0"/>
              </a:spcAft>
              <a:buClr>
                <a:schemeClr val="dk2"/>
              </a:buClr>
              <a:buSzPts val="1200"/>
              <a:buChar char="»"/>
              <a:defRPr sz="12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7" name="Google Shape;47;p13"/>
          <p:cNvSpPr txBox="1"/>
          <p:nvPr>
            <p:ph idx="3" type="body"/>
          </p:nvPr>
        </p:nvSpPr>
        <p:spPr>
          <a:xfrm>
            <a:off x="4645025" y="1661373"/>
            <a:ext cx="4041900" cy="479700"/>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00"/>
              </a:spcBef>
              <a:spcAft>
                <a:spcPts val="0"/>
              </a:spcAft>
              <a:buClr>
                <a:schemeClr val="dk2"/>
              </a:buClr>
              <a:buSzPts val="2000"/>
              <a:buNone/>
              <a:defRPr b="0" sz="2000"/>
            </a:lvl1pPr>
            <a:lvl2pPr indent="-228600" lvl="1" marL="914400" algn="l">
              <a:lnSpc>
                <a:spcPct val="100000"/>
              </a:lnSpc>
              <a:spcBef>
                <a:spcPts val="400"/>
              </a:spcBef>
              <a:spcAft>
                <a:spcPts val="0"/>
              </a:spcAft>
              <a:buClr>
                <a:schemeClr val="dk2"/>
              </a:buClr>
              <a:buSzPts val="2000"/>
              <a:buNone/>
              <a:defRPr b="1" sz="2000"/>
            </a:lvl2pPr>
            <a:lvl3pPr indent="-228600" lvl="2" marL="1371600" algn="l">
              <a:lnSpc>
                <a:spcPct val="100000"/>
              </a:lnSpc>
              <a:spcBef>
                <a:spcPts val="360"/>
              </a:spcBef>
              <a:spcAft>
                <a:spcPts val="0"/>
              </a:spcAft>
              <a:buClr>
                <a:schemeClr val="dk2"/>
              </a:buClr>
              <a:buSzPts val="1800"/>
              <a:buNone/>
              <a:defRPr b="1" sz="1800"/>
            </a:lvl3pPr>
            <a:lvl4pPr indent="-228600" lvl="3" marL="1828800" algn="l">
              <a:lnSpc>
                <a:spcPct val="100000"/>
              </a:lnSpc>
              <a:spcBef>
                <a:spcPts val="320"/>
              </a:spcBef>
              <a:spcAft>
                <a:spcPts val="0"/>
              </a:spcAft>
              <a:buClr>
                <a:schemeClr val="dk2"/>
              </a:buClr>
              <a:buSzPts val="1600"/>
              <a:buNone/>
              <a:defRPr b="1" sz="1600"/>
            </a:lvl4pPr>
            <a:lvl5pPr indent="-228600" lvl="4" marL="2286000" algn="l">
              <a:lnSpc>
                <a:spcPct val="100000"/>
              </a:lnSpc>
              <a:spcBef>
                <a:spcPts val="320"/>
              </a:spcBef>
              <a:spcAft>
                <a:spcPts val="0"/>
              </a:spcAft>
              <a:buClr>
                <a:schemeClr val="dk2"/>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8" name="Google Shape;48;p13"/>
          <p:cNvSpPr txBox="1"/>
          <p:nvPr>
            <p:ph idx="4" type="body"/>
          </p:nvPr>
        </p:nvSpPr>
        <p:spPr>
          <a:xfrm>
            <a:off x="4645026" y="2310714"/>
            <a:ext cx="4041900" cy="19869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2"/>
              </a:buClr>
              <a:buSzPts val="1800"/>
              <a:buChar char="•"/>
              <a:defRPr sz="1800"/>
            </a:lvl1pPr>
            <a:lvl2pPr indent="-330200" lvl="1" marL="914400" algn="l">
              <a:lnSpc>
                <a:spcPct val="100000"/>
              </a:lnSpc>
              <a:spcBef>
                <a:spcPts val="320"/>
              </a:spcBef>
              <a:spcAft>
                <a:spcPts val="0"/>
              </a:spcAft>
              <a:buClr>
                <a:schemeClr val="dk2"/>
              </a:buClr>
              <a:buSzPts val="1600"/>
              <a:buChar char="–"/>
              <a:defRPr sz="1600"/>
            </a:lvl2pPr>
            <a:lvl3pPr indent="-317500" lvl="2" marL="1371600" algn="l">
              <a:lnSpc>
                <a:spcPct val="100000"/>
              </a:lnSpc>
              <a:spcBef>
                <a:spcPts val="280"/>
              </a:spcBef>
              <a:spcAft>
                <a:spcPts val="0"/>
              </a:spcAft>
              <a:buClr>
                <a:schemeClr val="dk2"/>
              </a:buClr>
              <a:buSzPts val="1400"/>
              <a:buChar char="•"/>
              <a:defRPr sz="1400"/>
            </a:lvl3pPr>
            <a:lvl4pPr indent="-304800" lvl="3" marL="1828800" algn="l">
              <a:lnSpc>
                <a:spcPct val="100000"/>
              </a:lnSpc>
              <a:spcBef>
                <a:spcPts val="240"/>
              </a:spcBef>
              <a:spcAft>
                <a:spcPts val="0"/>
              </a:spcAft>
              <a:buClr>
                <a:schemeClr val="dk2"/>
              </a:buClr>
              <a:buSzPts val="1200"/>
              <a:buChar char="–"/>
              <a:defRPr sz="1200"/>
            </a:lvl4pPr>
            <a:lvl5pPr indent="-304800" lvl="4" marL="2286000" algn="l">
              <a:lnSpc>
                <a:spcPct val="100000"/>
              </a:lnSpc>
              <a:spcBef>
                <a:spcPts val="240"/>
              </a:spcBef>
              <a:spcAft>
                <a:spcPts val="0"/>
              </a:spcAft>
              <a:buClr>
                <a:schemeClr val="dk2"/>
              </a:buClr>
              <a:buSzPts val="1200"/>
              <a:buChar char="»"/>
              <a:defRPr sz="12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Custom Layout">
  <p:cSld name="1_Custom Layout">
    <p:spTree>
      <p:nvGrpSpPr>
        <p:cNvPr id="49" name="Shape 49"/>
        <p:cNvGrpSpPr/>
        <p:nvPr/>
      </p:nvGrpSpPr>
      <p:grpSpPr>
        <a:xfrm>
          <a:off x="0" y="0"/>
          <a:ext cx="0" cy="0"/>
          <a:chOff x="0" y="0"/>
          <a:chExt cx="0" cy="0"/>
        </a:xfrm>
      </p:grpSpPr>
      <p:sp>
        <p:nvSpPr>
          <p:cNvPr id="50" name="Google Shape;50;p14"/>
          <p:cNvSpPr txBox="1"/>
          <p:nvPr>
            <p:ph type="title"/>
          </p:nvPr>
        </p:nvSpPr>
        <p:spPr>
          <a:xfrm>
            <a:off x="457199" y="485418"/>
            <a:ext cx="8225400" cy="5256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3200"/>
              <a:buNone/>
              <a:defRPr sz="2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14"/>
          <p:cNvSpPr/>
          <p:nvPr>
            <p:ph idx="2" type="chart"/>
          </p:nvPr>
        </p:nvSpPr>
        <p:spPr>
          <a:xfrm>
            <a:off x="457200" y="1166648"/>
            <a:ext cx="7261200" cy="3381600"/>
          </a:xfrm>
          <a:prstGeom prst="rect">
            <a:avLst/>
          </a:prstGeom>
          <a:noFill/>
          <a:ln>
            <a:noFill/>
          </a:ln>
        </p:spPr>
        <p:txBody>
          <a:bodyPr anchorCtr="0" anchor="t" bIns="45700" lIns="91425" spcFirstLastPara="1" rIns="91425" wrap="square" tIns="45700">
            <a:noAutofit/>
          </a:bodyPr>
          <a:lstStyle>
            <a:lvl1pPr lvl="0" marR="0" algn="l">
              <a:lnSpc>
                <a:spcPct val="100000"/>
              </a:lnSpc>
              <a:spcBef>
                <a:spcPts val="480"/>
              </a:spcBef>
              <a:spcAft>
                <a:spcPts val="0"/>
              </a:spcAft>
              <a:buClr>
                <a:schemeClr val="dk2"/>
              </a:buClr>
              <a:buSzPts val="2400"/>
              <a:buFont typeface="Arial"/>
              <a:buNone/>
              <a:defRPr b="0" i="0" sz="2400" u="none" cap="none" strike="noStrike">
                <a:solidFill>
                  <a:schemeClr val="dk2"/>
                </a:solidFill>
                <a:latin typeface="Arial"/>
                <a:ea typeface="Arial"/>
                <a:cs typeface="Arial"/>
                <a:sym typeface="Arial"/>
              </a:defRPr>
            </a:lvl1pPr>
            <a:lvl2pPr lvl="1" marR="0" algn="l">
              <a:lnSpc>
                <a:spcPct val="100000"/>
              </a:lnSpc>
              <a:spcBef>
                <a:spcPts val="400"/>
              </a:spcBef>
              <a:spcAft>
                <a:spcPts val="0"/>
              </a:spcAft>
              <a:buClr>
                <a:schemeClr val="dk2"/>
              </a:buClr>
              <a:buSzPts val="2000"/>
              <a:buFont typeface="Arial"/>
              <a:buChar char="–"/>
              <a:defRPr b="0" i="0" sz="2000" u="none" cap="none" strike="noStrike">
                <a:solidFill>
                  <a:schemeClr val="dk2"/>
                </a:solidFill>
                <a:latin typeface="Arial"/>
                <a:ea typeface="Arial"/>
                <a:cs typeface="Arial"/>
                <a:sym typeface="Arial"/>
              </a:defRPr>
            </a:lvl2pPr>
            <a:lvl3pPr lvl="2" marR="0" algn="l">
              <a:lnSpc>
                <a:spcPct val="100000"/>
              </a:lnSpc>
              <a:spcBef>
                <a:spcPts val="36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3pPr>
            <a:lvl4pPr lvl="3" marR="0" algn="l">
              <a:lnSpc>
                <a:spcPct val="100000"/>
              </a:lnSpc>
              <a:spcBef>
                <a:spcPts val="320"/>
              </a:spcBef>
              <a:spcAft>
                <a:spcPts val="0"/>
              </a:spcAft>
              <a:buClr>
                <a:schemeClr val="dk2"/>
              </a:buClr>
              <a:buSzPts val="1600"/>
              <a:buFont typeface="Arial"/>
              <a:buChar char="–"/>
              <a:defRPr b="0" i="0" sz="1600" u="none" cap="none" strike="noStrike">
                <a:solidFill>
                  <a:schemeClr val="dk2"/>
                </a:solidFill>
                <a:latin typeface="Arial"/>
                <a:ea typeface="Arial"/>
                <a:cs typeface="Arial"/>
                <a:sym typeface="Arial"/>
              </a:defRPr>
            </a:lvl4pPr>
            <a:lvl5pPr lvl="4" marR="0" algn="l">
              <a:lnSpc>
                <a:spcPct val="100000"/>
              </a:lnSpc>
              <a:spcBef>
                <a:spcPts val="320"/>
              </a:spcBef>
              <a:spcAft>
                <a:spcPts val="0"/>
              </a:spcAft>
              <a:buClr>
                <a:schemeClr val="dk2"/>
              </a:buClr>
              <a:buSzPts val="1600"/>
              <a:buFont typeface="Arial"/>
              <a:buChar char="»"/>
              <a:defRPr b="0" i="0" sz="1600" u="none" cap="none" strike="noStrike">
                <a:solidFill>
                  <a:schemeClr val="dk2"/>
                </a:solidFill>
                <a:latin typeface="Arial"/>
                <a:ea typeface="Arial"/>
                <a:cs typeface="Arial"/>
                <a:sym typeface="Arial"/>
              </a:defRPr>
            </a:lvl5pPr>
            <a:lvl6pPr lvl="5" marR="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lvl="6" marR="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lvl="7" marR="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lvl="8" marR="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sp>
        <p:nvSpPr>
          <p:cNvPr id="52" name="Google Shape;52;p14"/>
          <p:cNvSpPr txBox="1"/>
          <p:nvPr>
            <p:ph idx="1" type="body"/>
          </p:nvPr>
        </p:nvSpPr>
        <p:spPr>
          <a:xfrm>
            <a:off x="457200" y="4657783"/>
            <a:ext cx="7261200" cy="230700"/>
          </a:xfrm>
          <a:prstGeom prst="rect">
            <a:avLst/>
          </a:prstGeom>
          <a:noFill/>
          <a:ln>
            <a:noFill/>
          </a:ln>
        </p:spPr>
        <p:txBody>
          <a:bodyPr anchorCtr="0" anchor="ctr" bIns="45700" lIns="91425" spcFirstLastPara="1" rIns="91425" wrap="square" tIns="45700">
            <a:spAutoFit/>
          </a:bodyPr>
          <a:lstStyle>
            <a:lvl1pPr indent="-228600" lvl="0" marL="457200" algn="l">
              <a:lnSpc>
                <a:spcPct val="100000"/>
              </a:lnSpc>
              <a:spcBef>
                <a:spcPts val="0"/>
              </a:spcBef>
              <a:spcAft>
                <a:spcPts val="0"/>
              </a:spcAft>
              <a:buSzPts val="2400"/>
              <a:buNone/>
              <a:defRPr sz="900">
                <a:solidFill>
                  <a:schemeClr val="accent5"/>
                </a:solidFill>
              </a:defRPr>
            </a:lvl1pPr>
            <a:lvl2pPr indent="-228600" lvl="1" marL="914400" algn="l">
              <a:lnSpc>
                <a:spcPct val="100000"/>
              </a:lnSpc>
              <a:spcBef>
                <a:spcPts val="400"/>
              </a:spcBef>
              <a:spcAft>
                <a:spcPts val="0"/>
              </a:spcAft>
              <a:buSzPts val="2000"/>
              <a:buNone/>
              <a:defRPr sz="900">
                <a:solidFill>
                  <a:schemeClr val="accent5"/>
                </a:solidFill>
              </a:defRPr>
            </a:lvl2pPr>
            <a:lvl3pPr indent="-228600" lvl="2" marL="1371600" algn="l">
              <a:lnSpc>
                <a:spcPct val="100000"/>
              </a:lnSpc>
              <a:spcBef>
                <a:spcPts val="360"/>
              </a:spcBef>
              <a:spcAft>
                <a:spcPts val="0"/>
              </a:spcAft>
              <a:buSzPts val="1800"/>
              <a:buNone/>
              <a:defRPr sz="900">
                <a:solidFill>
                  <a:schemeClr val="accent5"/>
                </a:solidFill>
              </a:defRPr>
            </a:lvl3pPr>
            <a:lvl4pPr indent="-228600" lvl="3" marL="1828800" algn="l">
              <a:lnSpc>
                <a:spcPct val="100000"/>
              </a:lnSpc>
              <a:spcBef>
                <a:spcPts val="320"/>
              </a:spcBef>
              <a:spcAft>
                <a:spcPts val="0"/>
              </a:spcAft>
              <a:buSzPts val="1600"/>
              <a:buNone/>
              <a:defRPr sz="900">
                <a:solidFill>
                  <a:schemeClr val="accent5"/>
                </a:solidFill>
              </a:defRPr>
            </a:lvl4pPr>
            <a:lvl5pPr indent="-228600" lvl="4" marL="2286000" algn="l">
              <a:lnSpc>
                <a:spcPct val="100000"/>
              </a:lnSpc>
              <a:spcBef>
                <a:spcPts val="320"/>
              </a:spcBef>
              <a:spcAft>
                <a:spcPts val="0"/>
              </a:spcAft>
              <a:buSzPts val="1600"/>
              <a:buNone/>
              <a:defRPr sz="900">
                <a:solidFill>
                  <a:schemeClr val="accent5"/>
                </a:solidFill>
              </a:defRPr>
            </a:lvl5pPr>
            <a:lvl6pPr indent="-355600" lvl="5" marL="2743200" algn="l">
              <a:lnSpc>
                <a:spcPct val="100000"/>
              </a:lnSpc>
              <a:spcBef>
                <a:spcPts val="400"/>
              </a:spcBef>
              <a:spcAft>
                <a:spcPts val="0"/>
              </a:spcAft>
              <a:buSzPts val="2000"/>
              <a:buChar char="•"/>
              <a:defRPr/>
            </a:lvl6pPr>
            <a:lvl7pPr indent="-355600" lvl="6" marL="3200400" algn="l">
              <a:lnSpc>
                <a:spcPct val="100000"/>
              </a:lnSpc>
              <a:spcBef>
                <a:spcPts val="400"/>
              </a:spcBef>
              <a:spcAft>
                <a:spcPts val="0"/>
              </a:spcAft>
              <a:buSzPts val="2000"/>
              <a:buChar char="•"/>
              <a:defRPr/>
            </a:lvl7pPr>
            <a:lvl8pPr indent="-355600" lvl="7" marL="3657600" algn="l">
              <a:lnSpc>
                <a:spcPct val="100000"/>
              </a:lnSpc>
              <a:spcBef>
                <a:spcPts val="400"/>
              </a:spcBef>
              <a:spcAft>
                <a:spcPts val="0"/>
              </a:spcAft>
              <a:buSzPts val="2000"/>
              <a:buChar char="•"/>
              <a:defRPr/>
            </a:lvl8pPr>
            <a:lvl9pPr indent="-355600" lvl="8" marL="4114800" algn="l">
              <a:lnSpc>
                <a:spcPct val="100000"/>
              </a:lnSpc>
              <a:spcBef>
                <a:spcPts val="400"/>
              </a:spcBef>
              <a:spcAft>
                <a:spcPts val="0"/>
              </a:spcAft>
              <a:buSzPts val="2000"/>
              <a:buChar char="•"/>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53" name="Shape 53"/>
        <p:cNvGrpSpPr/>
        <p:nvPr/>
      </p:nvGrpSpPr>
      <p:grpSpPr>
        <a:xfrm>
          <a:off x="0" y="0"/>
          <a:ext cx="0" cy="0"/>
          <a:chOff x="0" y="0"/>
          <a:chExt cx="0" cy="0"/>
        </a:xfrm>
      </p:grpSpPr>
      <p:sp>
        <p:nvSpPr>
          <p:cNvPr id="54" name="Google Shape;54;p15"/>
          <p:cNvSpPr txBox="1"/>
          <p:nvPr>
            <p:ph type="title"/>
          </p:nvPr>
        </p:nvSpPr>
        <p:spPr>
          <a:xfrm>
            <a:off x="311700" y="445025"/>
            <a:ext cx="8520600" cy="572700"/>
          </a:xfrm>
          <a:prstGeom prst="rect">
            <a:avLst/>
          </a:prstGeom>
        </p:spPr>
        <p:txBody>
          <a:bodyPr anchorCtr="0" anchor="ctr" bIns="45700" lIns="91425" spcFirstLastPara="1" rIns="91425" wrap="square" tIns="45700">
            <a:noAutofit/>
          </a:bodyPr>
          <a:lstStyle>
            <a:lvl1pPr lvl="0">
              <a:spcBef>
                <a:spcPts val="0"/>
              </a:spcBef>
              <a:spcAft>
                <a:spcPts val="0"/>
              </a:spcAft>
              <a:buSzPts val="32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5" name="Google Shape;55;p15"/>
          <p:cNvSpPr txBox="1"/>
          <p:nvPr>
            <p:ph idx="1" type="body"/>
          </p:nvPr>
        </p:nvSpPr>
        <p:spPr>
          <a:xfrm>
            <a:off x="311700" y="1152475"/>
            <a:ext cx="8520600" cy="3416400"/>
          </a:xfrm>
          <a:prstGeom prst="rect">
            <a:avLst/>
          </a:prstGeom>
        </p:spPr>
        <p:txBody>
          <a:bodyPr anchorCtr="0" anchor="t" bIns="45700" lIns="91425" spcFirstLastPara="1" rIns="91425" wrap="square" tIns="45700">
            <a:spAutoFit/>
          </a:bodyPr>
          <a:lstStyle>
            <a:lvl1pPr indent="-381000" lvl="0" marL="457200">
              <a:spcBef>
                <a:spcPts val="480"/>
              </a:spcBef>
              <a:spcAft>
                <a:spcPts val="0"/>
              </a:spcAft>
              <a:buSzPts val="2400"/>
              <a:buChar char="•"/>
              <a:defRPr/>
            </a:lvl1pPr>
            <a:lvl2pPr indent="-355600" lvl="1" marL="914400">
              <a:spcBef>
                <a:spcPts val="400"/>
              </a:spcBef>
              <a:spcAft>
                <a:spcPts val="0"/>
              </a:spcAft>
              <a:buSzPts val="2000"/>
              <a:buChar char="–"/>
              <a:defRPr/>
            </a:lvl2pPr>
            <a:lvl3pPr indent="-342900" lvl="2" marL="1371600">
              <a:spcBef>
                <a:spcPts val="360"/>
              </a:spcBef>
              <a:spcAft>
                <a:spcPts val="0"/>
              </a:spcAft>
              <a:buSzPts val="1800"/>
              <a:buChar char="•"/>
              <a:defRPr/>
            </a:lvl3pPr>
            <a:lvl4pPr indent="-330200" lvl="3" marL="1828800">
              <a:spcBef>
                <a:spcPts val="320"/>
              </a:spcBef>
              <a:spcAft>
                <a:spcPts val="0"/>
              </a:spcAft>
              <a:buSzPts val="1600"/>
              <a:buChar char="–"/>
              <a:defRPr/>
            </a:lvl4pPr>
            <a:lvl5pPr indent="-330200" lvl="4" marL="2286000">
              <a:spcBef>
                <a:spcPts val="320"/>
              </a:spcBef>
              <a:spcAft>
                <a:spcPts val="0"/>
              </a:spcAft>
              <a:buSzPts val="1600"/>
              <a:buChar char="»"/>
              <a:defRPr/>
            </a:lvl5pPr>
            <a:lvl6pPr indent="-355600" lvl="5" marL="2743200">
              <a:spcBef>
                <a:spcPts val="400"/>
              </a:spcBef>
              <a:spcAft>
                <a:spcPts val="0"/>
              </a:spcAft>
              <a:buSzPts val="2000"/>
              <a:buChar char="•"/>
              <a:defRPr/>
            </a:lvl6pPr>
            <a:lvl7pPr indent="-355600" lvl="6" marL="3200400">
              <a:spcBef>
                <a:spcPts val="400"/>
              </a:spcBef>
              <a:spcAft>
                <a:spcPts val="0"/>
              </a:spcAft>
              <a:buSzPts val="2000"/>
              <a:buChar char="•"/>
              <a:defRPr/>
            </a:lvl7pPr>
            <a:lvl8pPr indent="-355600" lvl="7" marL="3657600">
              <a:spcBef>
                <a:spcPts val="400"/>
              </a:spcBef>
              <a:spcAft>
                <a:spcPts val="0"/>
              </a:spcAft>
              <a:buSzPts val="2000"/>
              <a:buChar char="•"/>
              <a:defRPr/>
            </a:lvl8pPr>
            <a:lvl9pPr indent="-355600" lvl="8" marL="4114800">
              <a:spcBef>
                <a:spcPts val="400"/>
              </a:spcBef>
              <a:spcAft>
                <a:spcPts val="0"/>
              </a:spcAft>
              <a:buSzPts val="2000"/>
              <a:buChar char="•"/>
              <a:defRPr/>
            </a:lvl9pPr>
          </a:lstStyle>
          <a:p/>
        </p:txBody>
      </p:sp>
      <p:sp>
        <p:nvSpPr>
          <p:cNvPr id="56" name="Google Shape;56;p1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slideLayout" Target="../slideLayouts/slideLayout12.xml"/><Relationship Id="rId12" Type="http://schemas.openxmlformats.org/officeDocument/2006/relationships/slideLayout" Target="../slideLayouts/slideLayout11.xml"/><Relationship Id="rId1" Type="http://schemas.openxmlformats.org/officeDocument/2006/relationships/image" Target="../media/image2.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15" Type="http://schemas.openxmlformats.org/officeDocument/2006/relationships/slideLayout" Target="../slideLayouts/slideLayout14.xml"/><Relationship Id="rId14" Type="http://schemas.openxmlformats.org/officeDocument/2006/relationships/slideLayout" Target="../slideLayouts/slideLayout13.xml"/><Relationship Id="rId16" Type="http://schemas.openxmlformats.org/officeDocument/2006/relationships/theme" Target="../theme/theme2.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57199" y="585436"/>
            <a:ext cx="8225400" cy="768000"/>
          </a:xfrm>
          <a:prstGeom prst="rect">
            <a:avLst/>
          </a:prstGeom>
          <a:noFill/>
          <a:ln>
            <a:noFill/>
          </a:ln>
        </p:spPr>
        <p:txBody>
          <a:bodyPr anchorCtr="0" anchor="ctr" bIns="45700" lIns="91425" spcFirstLastPara="1" rIns="91425" wrap="square" tIns="45700">
            <a:noAutofit/>
          </a:bodyPr>
          <a:lstStyle>
            <a:lvl1pPr lvl="0" marR="0" algn="l">
              <a:lnSpc>
                <a:spcPct val="100000"/>
              </a:lnSpc>
              <a:spcBef>
                <a:spcPts val="0"/>
              </a:spcBef>
              <a:spcAft>
                <a:spcPts val="0"/>
              </a:spcAft>
              <a:buClr>
                <a:schemeClr val="dk2"/>
              </a:buClr>
              <a:buSzPts val="3200"/>
              <a:buFont typeface="Oswald"/>
              <a:buNone/>
              <a:defRPr b="1" i="0" sz="3200" u="none" cap="none" strike="noStrike">
                <a:solidFill>
                  <a:schemeClr val="dk2"/>
                </a:solidFill>
                <a:latin typeface="Oswald"/>
                <a:ea typeface="Oswald"/>
                <a:cs typeface="Oswald"/>
                <a:sym typeface="Oswald"/>
              </a:defRPr>
            </a:lvl1pPr>
            <a:lvl2pPr lvl="1"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p1"/>
          <p:cNvSpPr txBox="1"/>
          <p:nvPr>
            <p:ph idx="1" type="body"/>
          </p:nvPr>
        </p:nvSpPr>
        <p:spPr>
          <a:xfrm>
            <a:off x="457200" y="1459374"/>
            <a:ext cx="8225400" cy="1754400"/>
          </a:xfrm>
          <a:prstGeom prst="rect">
            <a:avLst/>
          </a:prstGeom>
          <a:noFill/>
          <a:ln>
            <a:noFill/>
          </a:ln>
        </p:spPr>
        <p:txBody>
          <a:bodyPr anchorCtr="0" anchor="t" bIns="45700" lIns="91425" spcFirstLastPara="1" rIns="91425" wrap="square" tIns="45700">
            <a:spAutoFit/>
          </a:bodyPr>
          <a:lstStyle>
            <a:lvl1pPr indent="-381000" lvl="0" marL="457200" marR="0" algn="l">
              <a:lnSpc>
                <a:spcPct val="100000"/>
              </a:lnSpc>
              <a:spcBef>
                <a:spcPts val="480"/>
              </a:spcBef>
              <a:spcAft>
                <a:spcPts val="0"/>
              </a:spcAft>
              <a:buClr>
                <a:schemeClr val="dk2"/>
              </a:buClr>
              <a:buSzPts val="2400"/>
              <a:buFont typeface="Arial"/>
              <a:buChar char="•"/>
              <a:defRPr b="0" i="0" sz="2400" u="none" cap="none" strike="noStrike">
                <a:solidFill>
                  <a:schemeClr val="dk2"/>
                </a:solidFill>
                <a:latin typeface="Arial"/>
                <a:ea typeface="Arial"/>
                <a:cs typeface="Arial"/>
                <a:sym typeface="Arial"/>
              </a:defRPr>
            </a:lvl1pPr>
            <a:lvl2pPr indent="-355600" lvl="1" marL="914400" marR="0" algn="l">
              <a:lnSpc>
                <a:spcPct val="100000"/>
              </a:lnSpc>
              <a:spcBef>
                <a:spcPts val="400"/>
              </a:spcBef>
              <a:spcAft>
                <a:spcPts val="0"/>
              </a:spcAft>
              <a:buClr>
                <a:schemeClr val="dk2"/>
              </a:buClr>
              <a:buSzPts val="2000"/>
              <a:buFont typeface="Arial"/>
              <a:buChar char="–"/>
              <a:defRPr b="0" i="0" sz="2000" u="none" cap="none" strike="noStrike">
                <a:solidFill>
                  <a:schemeClr val="dk2"/>
                </a:solidFill>
                <a:latin typeface="Arial"/>
                <a:ea typeface="Arial"/>
                <a:cs typeface="Arial"/>
                <a:sym typeface="Arial"/>
              </a:defRPr>
            </a:lvl2pPr>
            <a:lvl3pPr indent="-342900" lvl="2" marL="1371600" marR="0" algn="l">
              <a:lnSpc>
                <a:spcPct val="100000"/>
              </a:lnSpc>
              <a:spcBef>
                <a:spcPts val="36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3pPr>
            <a:lvl4pPr indent="-330200" lvl="3" marL="1828800" marR="0" algn="l">
              <a:lnSpc>
                <a:spcPct val="100000"/>
              </a:lnSpc>
              <a:spcBef>
                <a:spcPts val="320"/>
              </a:spcBef>
              <a:spcAft>
                <a:spcPts val="0"/>
              </a:spcAft>
              <a:buClr>
                <a:schemeClr val="dk2"/>
              </a:buClr>
              <a:buSzPts val="1600"/>
              <a:buFont typeface="Arial"/>
              <a:buChar char="–"/>
              <a:defRPr b="0" i="0" sz="1600" u="none" cap="none" strike="noStrike">
                <a:solidFill>
                  <a:schemeClr val="dk2"/>
                </a:solidFill>
                <a:latin typeface="Arial"/>
                <a:ea typeface="Arial"/>
                <a:cs typeface="Arial"/>
                <a:sym typeface="Arial"/>
              </a:defRPr>
            </a:lvl4pPr>
            <a:lvl5pPr indent="-330200" lvl="4" marL="2286000" marR="0" algn="l">
              <a:lnSpc>
                <a:spcPct val="100000"/>
              </a:lnSpc>
              <a:spcBef>
                <a:spcPts val="320"/>
              </a:spcBef>
              <a:spcAft>
                <a:spcPts val="0"/>
              </a:spcAft>
              <a:buClr>
                <a:schemeClr val="dk2"/>
              </a:buClr>
              <a:buSzPts val="1600"/>
              <a:buFont typeface="Arial"/>
              <a:buChar char="»"/>
              <a:defRPr b="0" i="0" sz="1600" u="none" cap="none" strike="noStrike">
                <a:solidFill>
                  <a:schemeClr val="dk2"/>
                </a:solidFill>
                <a:latin typeface="Arial"/>
                <a:ea typeface="Arial"/>
                <a:cs typeface="Arial"/>
                <a:sym typeface="Arial"/>
              </a:defRPr>
            </a:lvl5pPr>
            <a:lvl6pPr indent="-355600" lvl="5" marL="2743200" marR="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indent="-355600" lvl="6" marL="3200400" marR="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indent="-355600" lvl="7" marL="3657600" marR="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indent="-355600" lvl="8" marL="4114800" marR="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 id="2147483660" r:id="rId14"/>
    <p:sldLayoutId id="2147483661" r:id="rId1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xml"/><Relationship Id="rId3" Type="http://schemas.openxmlformats.org/officeDocument/2006/relationships/image" Target="../media/image21.png"/><Relationship Id="rId4" Type="http://schemas.openxmlformats.org/officeDocument/2006/relationships/image" Target="../media/image1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xml"/><Relationship Id="rId3" Type="http://schemas.openxmlformats.org/officeDocument/2006/relationships/image" Target="../media/image25.png"/><Relationship Id="rId4" Type="http://schemas.openxmlformats.org/officeDocument/2006/relationships/image" Target="../media/image29.png"/><Relationship Id="rId5" Type="http://schemas.openxmlformats.org/officeDocument/2006/relationships/image" Target="../media/image5.jpg"/><Relationship Id="rId6" Type="http://schemas.openxmlformats.org/officeDocument/2006/relationships/image" Target="../media/image11.png"/><Relationship Id="rId7" Type="http://schemas.openxmlformats.org/officeDocument/2006/relationships/image" Target="../media/image1.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xml"/><Relationship Id="rId3"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2.xml"/><Relationship Id="rId3" Type="http://schemas.openxmlformats.org/officeDocument/2006/relationships/image" Target="../media/image1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3.xml"/><Relationship Id="rId3" Type="http://schemas.openxmlformats.org/officeDocument/2006/relationships/image" Target="../media/image1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4.xml"/><Relationship Id="rId3" Type="http://schemas.openxmlformats.org/officeDocument/2006/relationships/image" Target="../media/image12.png"/><Relationship Id="rId4" Type="http://schemas.openxmlformats.org/officeDocument/2006/relationships/image" Target="../media/image2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6.xml"/><Relationship Id="rId3" Type="http://schemas.openxmlformats.org/officeDocument/2006/relationships/image" Target="../media/image16.png"/><Relationship Id="rId4" Type="http://schemas.openxmlformats.org/officeDocument/2006/relationships/image" Target="../media/image14.png"/><Relationship Id="rId5" Type="http://schemas.openxmlformats.org/officeDocument/2006/relationships/image" Target="../media/image18.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7.xml"/><Relationship Id="rId3" Type="http://schemas.openxmlformats.org/officeDocument/2006/relationships/image" Target="../media/image19.png"/><Relationship Id="rId4" Type="http://schemas.openxmlformats.org/officeDocument/2006/relationships/image" Target="../media/image27.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9.xml"/><Relationship Id="rId3" Type="http://schemas.openxmlformats.org/officeDocument/2006/relationships/comments" Target="../comments/comment1.xml"/><Relationship Id="rId4" Type="http://schemas.openxmlformats.org/officeDocument/2006/relationships/image" Target="../media/image20.png"/><Relationship Id="rId5" Type="http://schemas.openxmlformats.org/officeDocument/2006/relationships/image" Target="../media/image28.png"/><Relationship Id="rId6" Type="http://schemas.openxmlformats.org/officeDocument/2006/relationships/image" Target="../media/image2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0.xml"/><Relationship Id="rId3" Type="http://schemas.openxmlformats.org/officeDocument/2006/relationships/image" Target="../media/image23.png"/><Relationship Id="rId4" Type="http://schemas.openxmlformats.org/officeDocument/2006/relationships/image" Target="../media/image26.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 name="Shape 60"/>
        <p:cNvGrpSpPr/>
        <p:nvPr/>
      </p:nvGrpSpPr>
      <p:grpSpPr>
        <a:xfrm>
          <a:off x="0" y="0"/>
          <a:ext cx="0" cy="0"/>
          <a:chOff x="0" y="0"/>
          <a:chExt cx="0" cy="0"/>
        </a:xfrm>
      </p:grpSpPr>
      <p:sp>
        <p:nvSpPr>
          <p:cNvPr id="61" name="Google Shape;61;p16"/>
          <p:cNvSpPr txBox="1"/>
          <p:nvPr>
            <p:ph type="ctrTitle"/>
          </p:nvPr>
        </p:nvSpPr>
        <p:spPr>
          <a:xfrm>
            <a:off x="1051560" y="1641160"/>
            <a:ext cx="7927800" cy="12003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 sz="2700"/>
              <a:t>Invasive Plant Species in Urban Forest Areas</a:t>
            </a:r>
            <a:endParaRPr sz="2700"/>
          </a:p>
        </p:txBody>
      </p:sp>
      <p:sp>
        <p:nvSpPr>
          <p:cNvPr id="62" name="Google Shape;62;p16"/>
          <p:cNvSpPr txBox="1"/>
          <p:nvPr>
            <p:ph idx="1" type="subTitle"/>
          </p:nvPr>
        </p:nvSpPr>
        <p:spPr>
          <a:xfrm>
            <a:off x="1051560" y="2571753"/>
            <a:ext cx="7927800" cy="1446900"/>
          </a:xfrm>
          <a:prstGeom prst="rect">
            <a:avLst/>
          </a:prstGeom>
        </p:spPr>
        <p:txBody>
          <a:bodyPr anchorCtr="0" anchor="t" bIns="45700" lIns="91425" spcFirstLastPara="1" rIns="91425" wrap="square" tIns="45700">
            <a:spAutoFit/>
          </a:bodyPr>
          <a:lstStyle/>
          <a:p>
            <a:pPr indent="0" lvl="0" marL="0" rtl="0" algn="l">
              <a:spcBef>
                <a:spcPts val="480"/>
              </a:spcBef>
              <a:spcAft>
                <a:spcPts val="0"/>
              </a:spcAft>
              <a:buNone/>
            </a:pPr>
            <a:r>
              <a:rPr lang="en" sz="2000">
                <a:solidFill>
                  <a:schemeClr val="accent5"/>
                </a:solidFill>
              </a:rPr>
              <a:t>Lissandro Alvarado, Harrison Halesworth, Tegan Kelsall</a:t>
            </a:r>
            <a:endParaRPr sz="2000">
              <a:solidFill>
                <a:schemeClr val="accent5"/>
              </a:solidFill>
            </a:endParaRPr>
          </a:p>
          <a:p>
            <a:pPr indent="0" lvl="0" marL="0" rtl="0" algn="l">
              <a:spcBef>
                <a:spcPts val="480"/>
              </a:spcBef>
              <a:spcAft>
                <a:spcPts val="0"/>
              </a:spcAft>
              <a:buNone/>
            </a:pPr>
            <a:r>
              <a:rPr lang="en" sz="2000">
                <a:solidFill>
                  <a:schemeClr val="accent5"/>
                </a:solidFill>
              </a:rPr>
              <a:t>Mentor: Kelly McConville</a:t>
            </a:r>
            <a:endParaRPr sz="2000">
              <a:solidFill>
                <a:schemeClr val="accent5"/>
              </a:solidFill>
            </a:endParaRPr>
          </a:p>
          <a:p>
            <a:pPr indent="0" lvl="0" marL="0" rtl="0" algn="l">
              <a:spcBef>
                <a:spcPts val="480"/>
              </a:spcBef>
              <a:spcAft>
                <a:spcPts val="0"/>
              </a:spcAft>
              <a:buNone/>
            </a:pPr>
            <a:r>
              <a:rPr lang="en" sz="2000">
                <a:solidFill>
                  <a:schemeClr val="accent5"/>
                </a:solidFill>
              </a:rPr>
              <a:t>Stakeholders: USDA FIA Team (Andy Lister, Tonya Lister, Alex Young)</a:t>
            </a:r>
            <a:endParaRPr sz="2000">
              <a:solidFill>
                <a:schemeClr val="accent5"/>
              </a:solidFill>
            </a:endParaRPr>
          </a:p>
        </p:txBody>
      </p:sp>
      <p:pic>
        <p:nvPicPr>
          <p:cNvPr id="63" name="Google Shape;63;p16"/>
          <p:cNvPicPr preferRelativeResize="0"/>
          <p:nvPr/>
        </p:nvPicPr>
        <p:blipFill>
          <a:blip r:embed="rId3">
            <a:alphaModFix/>
          </a:blip>
          <a:stretch>
            <a:fillRect/>
          </a:stretch>
        </p:blipFill>
        <p:spPr>
          <a:xfrm>
            <a:off x="1160150" y="229450"/>
            <a:ext cx="1702825" cy="185252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 name="Shape 67"/>
        <p:cNvGrpSpPr/>
        <p:nvPr/>
      </p:nvGrpSpPr>
      <p:grpSpPr>
        <a:xfrm>
          <a:off x="0" y="0"/>
          <a:ext cx="0" cy="0"/>
          <a:chOff x="0" y="0"/>
          <a:chExt cx="0" cy="0"/>
        </a:xfrm>
      </p:grpSpPr>
      <p:sp>
        <p:nvSpPr>
          <p:cNvPr id="68" name="Google Shape;68;p17"/>
          <p:cNvSpPr txBox="1"/>
          <p:nvPr>
            <p:ph type="title"/>
          </p:nvPr>
        </p:nvSpPr>
        <p:spPr>
          <a:xfrm>
            <a:off x="311700" y="445025"/>
            <a:ext cx="8520600" cy="5727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
              <a:t>Project Motivation</a:t>
            </a:r>
            <a:endParaRPr/>
          </a:p>
        </p:txBody>
      </p:sp>
      <p:sp>
        <p:nvSpPr>
          <p:cNvPr id="69" name="Google Shape;69;p17"/>
          <p:cNvSpPr txBox="1"/>
          <p:nvPr>
            <p:ph idx="1" type="body"/>
          </p:nvPr>
        </p:nvSpPr>
        <p:spPr>
          <a:xfrm>
            <a:off x="311700" y="1152475"/>
            <a:ext cx="8832300" cy="1569900"/>
          </a:xfrm>
          <a:prstGeom prst="rect">
            <a:avLst/>
          </a:prstGeom>
        </p:spPr>
        <p:txBody>
          <a:bodyPr anchorCtr="0" anchor="t" bIns="45700" lIns="91425" spcFirstLastPara="1" rIns="91425" wrap="square" tIns="45700">
            <a:spAutoFit/>
          </a:bodyPr>
          <a:lstStyle/>
          <a:p>
            <a:pPr indent="-381000" lvl="0" marL="457200" rtl="0" algn="l">
              <a:spcBef>
                <a:spcPts val="480"/>
              </a:spcBef>
              <a:spcAft>
                <a:spcPts val="0"/>
              </a:spcAft>
              <a:buClr>
                <a:schemeClr val="dk1"/>
              </a:buClr>
              <a:buSzPts val="2400"/>
              <a:buChar char="•"/>
            </a:pPr>
            <a:r>
              <a:rPr lang="en">
                <a:solidFill>
                  <a:schemeClr val="dk1"/>
                </a:solidFill>
              </a:rPr>
              <a:t>Better understand the relationship between native and invasive species in “Urban Forest” areas</a:t>
            </a:r>
            <a:endParaRPr>
              <a:solidFill>
                <a:schemeClr val="dk1"/>
              </a:solidFill>
            </a:endParaRPr>
          </a:p>
          <a:p>
            <a:pPr indent="-381000" lvl="0" marL="457200" rtl="0" algn="l">
              <a:spcBef>
                <a:spcPts val="0"/>
              </a:spcBef>
              <a:spcAft>
                <a:spcPts val="0"/>
              </a:spcAft>
              <a:buClr>
                <a:schemeClr val="dk1"/>
              </a:buClr>
              <a:buSzPts val="2400"/>
              <a:buFont typeface="Trebuchet MS"/>
              <a:buChar char="•"/>
            </a:pPr>
            <a:r>
              <a:rPr lang="en">
                <a:solidFill>
                  <a:schemeClr val="dk1"/>
                </a:solidFill>
                <a:latin typeface="Trebuchet MS"/>
                <a:ea typeface="Trebuchet MS"/>
                <a:cs typeface="Trebuchet MS"/>
                <a:sym typeface="Trebuchet MS"/>
              </a:rPr>
              <a:t>Find the optimal machine learning model for predicting invasive species</a:t>
            </a:r>
            <a:endParaRPr>
              <a:solidFill>
                <a:schemeClr val="dk1"/>
              </a:solidFill>
            </a:endParaRPr>
          </a:p>
        </p:txBody>
      </p:sp>
      <p:pic>
        <p:nvPicPr>
          <p:cNvPr id="70" name="Google Shape;70;p17"/>
          <p:cNvPicPr preferRelativeResize="0"/>
          <p:nvPr/>
        </p:nvPicPr>
        <p:blipFill rotWithShape="1">
          <a:blip r:embed="rId3">
            <a:alphaModFix/>
          </a:blip>
          <a:srcRect b="0" l="8825" r="0" t="8045"/>
          <a:stretch/>
        </p:blipFill>
        <p:spPr>
          <a:xfrm>
            <a:off x="3923725" y="2630025"/>
            <a:ext cx="4438174" cy="2205876"/>
          </a:xfrm>
          <a:prstGeom prst="rect">
            <a:avLst/>
          </a:prstGeom>
          <a:noFill/>
          <a:ln>
            <a:noFill/>
          </a:ln>
        </p:spPr>
      </p:pic>
      <p:pic>
        <p:nvPicPr>
          <p:cNvPr id="71" name="Google Shape;71;p17"/>
          <p:cNvPicPr preferRelativeResize="0"/>
          <p:nvPr/>
        </p:nvPicPr>
        <p:blipFill>
          <a:blip r:embed="rId4">
            <a:alphaModFix/>
          </a:blip>
          <a:stretch>
            <a:fillRect/>
          </a:stretch>
        </p:blipFill>
        <p:spPr>
          <a:xfrm>
            <a:off x="530775" y="2722375"/>
            <a:ext cx="2885898" cy="211632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 name="Shape 75"/>
        <p:cNvGrpSpPr/>
        <p:nvPr/>
      </p:nvGrpSpPr>
      <p:grpSpPr>
        <a:xfrm>
          <a:off x="0" y="0"/>
          <a:ext cx="0" cy="0"/>
          <a:chOff x="0" y="0"/>
          <a:chExt cx="0" cy="0"/>
        </a:xfrm>
      </p:grpSpPr>
      <p:cxnSp>
        <p:nvCxnSpPr>
          <p:cNvPr id="76" name="Google Shape;76;p18"/>
          <p:cNvCxnSpPr/>
          <p:nvPr/>
        </p:nvCxnSpPr>
        <p:spPr>
          <a:xfrm rot="10800000">
            <a:off x="4320074" y="3093733"/>
            <a:ext cx="108300" cy="513000"/>
          </a:xfrm>
          <a:prstGeom prst="bentConnector2">
            <a:avLst/>
          </a:prstGeom>
          <a:noFill/>
          <a:ln cap="flat" cmpd="sng" w="28575">
            <a:solidFill>
              <a:schemeClr val="dk1"/>
            </a:solidFill>
            <a:prstDash val="solid"/>
            <a:miter lim="800000"/>
            <a:headEnd len="med" w="med" type="none"/>
            <a:tailEnd len="med" w="med" type="none"/>
          </a:ln>
        </p:spPr>
      </p:cxnSp>
      <p:sp>
        <p:nvSpPr>
          <p:cNvPr id="77" name="Google Shape;77;p18"/>
          <p:cNvSpPr txBox="1"/>
          <p:nvPr>
            <p:ph type="title"/>
          </p:nvPr>
        </p:nvSpPr>
        <p:spPr>
          <a:xfrm>
            <a:off x="246450" y="409575"/>
            <a:ext cx="8520600" cy="5727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
              <a:t>Our Collaborators</a:t>
            </a:r>
            <a:endParaRPr/>
          </a:p>
        </p:txBody>
      </p:sp>
      <p:pic>
        <p:nvPicPr>
          <p:cNvPr id="78" name="Google Shape;78;p18"/>
          <p:cNvPicPr preferRelativeResize="0"/>
          <p:nvPr/>
        </p:nvPicPr>
        <p:blipFill>
          <a:blip r:embed="rId3">
            <a:alphaModFix/>
          </a:blip>
          <a:stretch>
            <a:fillRect/>
          </a:stretch>
        </p:blipFill>
        <p:spPr>
          <a:xfrm>
            <a:off x="408375" y="3190025"/>
            <a:ext cx="1873125" cy="1343875"/>
          </a:xfrm>
          <a:prstGeom prst="rect">
            <a:avLst/>
          </a:prstGeom>
          <a:noFill/>
          <a:ln>
            <a:noFill/>
          </a:ln>
        </p:spPr>
      </p:pic>
      <p:cxnSp>
        <p:nvCxnSpPr>
          <p:cNvPr id="79" name="Google Shape;79;p18"/>
          <p:cNvCxnSpPr>
            <a:stCxn id="80" idx="1"/>
            <a:endCxn id="81" idx="2"/>
          </p:cNvCxnSpPr>
          <p:nvPr/>
        </p:nvCxnSpPr>
        <p:spPr>
          <a:xfrm rot="10800000">
            <a:off x="4024802" y="2912228"/>
            <a:ext cx="138300" cy="277800"/>
          </a:xfrm>
          <a:prstGeom prst="bentConnector2">
            <a:avLst/>
          </a:prstGeom>
          <a:noFill/>
          <a:ln cap="flat" cmpd="sng" w="28575">
            <a:solidFill>
              <a:schemeClr val="dk1"/>
            </a:solidFill>
            <a:prstDash val="solid"/>
            <a:miter lim="800000"/>
            <a:headEnd len="med" w="med" type="none"/>
            <a:tailEnd len="med" w="med" type="none"/>
          </a:ln>
        </p:spPr>
      </p:cxnSp>
      <p:cxnSp>
        <p:nvCxnSpPr>
          <p:cNvPr id="82" name="Google Shape;82;p18"/>
          <p:cNvCxnSpPr>
            <a:stCxn id="81" idx="1"/>
            <a:endCxn id="83" idx="2"/>
          </p:cNvCxnSpPr>
          <p:nvPr/>
        </p:nvCxnSpPr>
        <p:spPr>
          <a:xfrm rot="10800000">
            <a:off x="2709024" y="1928680"/>
            <a:ext cx="108300" cy="887100"/>
          </a:xfrm>
          <a:prstGeom prst="bentConnector2">
            <a:avLst/>
          </a:prstGeom>
          <a:noFill/>
          <a:ln cap="flat" cmpd="sng" w="28575">
            <a:solidFill>
              <a:schemeClr val="dk1"/>
            </a:solidFill>
            <a:prstDash val="solid"/>
            <a:miter lim="800000"/>
            <a:headEnd len="med" w="med" type="none"/>
            <a:tailEnd len="med" w="med" type="none"/>
          </a:ln>
        </p:spPr>
      </p:cxnSp>
      <p:cxnSp>
        <p:nvCxnSpPr>
          <p:cNvPr id="84" name="Google Shape;84;p18"/>
          <p:cNvCxnSpPr>
            <a:stCxn id="85" idx="1"/>
            <a:endCxn id="83" idx="2"/>
          </p:cNvCxnSpPr>
          <p:nvPr/>
        </p:nvCxnSpPr>
        <p:spPr>
          <a:xfrm rot="10800000">
            <a:off x="2709024" y="1928533"/>
            <a:ext cx="108300" cy="513000"/>
          </a:xfrm>
          <a:prstGeom prst="bentConnector2">
            <a:avLst/>
          </a:prstGeom>
          <a:noFill/>
          <a:ln cap="flat" cmpd="sng" w="28575">
            <a:solidFill>
              <a:schemeClr val="dk1"/>
            </a:solidFill>
            <a:prstDash val="solid"/>
            <a:miter lim="800000"/>
            <a:headEnd len="med" w="med" type="none"/>
            <a:tailEnd len="med" w="med" type="none"/>
          </a:ln>
        </p:spPr>
      </p:cxnSp>
      <p:cxnSp>
        <p:nvCxnSpPr>
          <p:cNvPr id="86" name="Google Shape;86;p18"/>
          <p:cNvCxnSpPr>
            <a:stCxn id="87" idx="1"/>
            <a:endCxn id="83" idx="2"/>
          </p:cNvCxnSpPr>
          <p:nvPr/>
        </p:nvCxnSpPr>
        <p:spPr>
          <a:xfrm rot="10800000">
            <a:off x="2709024" y="1928685"/>
            <a:ext cx="108300" cy="138600"/>
          </a:xfrm>
          <a:prstGeom prst="bentConnector2">
            <a:avLst/>
          </a:prstGeom>
          <a:noFill/>
          <a:ln cap="flat" cmpd="sng" w="28575">
            <a:solidFill>
              <a:schemeClr val="dk1"/>
            </a:solidFill>
            <a:prstDash val="solid"/>
            <a:miter lim="800000"/>
            <a:headEnd len="med" w="med" type="none"/>
            <a:tailEnd len="med" w="med" type="none"/>
          </a:ln>
        </p:spPr>
      </p:cxnSp>
      <p:cxnSp>
        <p:nvCxnSpPr>
          <p:cNvPr id="88" name="Google Shape;88;p18"/>
          <p:cNvCxnSpPr>
            <a:stCxn id="83" idx="1"/>
            <a:endCxn id="89" idx="2"/>
          </p:cNvCxnSpPr>
          <p:nvPr/>
        </p:nvCxnSpPr>
        <p:spPr>
          <a:xfrm rot="10800000">
            <a:off x="1824229" y="1500557"/>
            <a:ext cx="116400" cy="235500"/>
          </a:xfrm>
          <a:prstGeom prst="bentConnector2">
            <a:avLst/>
          </a:prstGeom>
          <a:noFill/>
          <a:ln cap="flat" cmpd="sng" w="28575">
            <a:solidFill>
              <a:schemeClr val="dk1"/>
            </a:solidFill>
            <a:prstDash val="solid"/>
            <a:miter lim="800000"/>
            <a:headEnd len="med" w="med" type="none"/>
            <a:tailEnd len="med" w="med" type="none"/>
          </a:ln>
        </p:spPr>
      </p:cxnSp>
      <p:sp>
        <p:nvSpPr>
          <p:cNvPr id="89" name="Google Shape;89;p18"/>
          <p:cNvSpPr/>
          <p:nvPr/>
        </p:nvSpPr>
        <p:spPr>
          <a:xfrm>
            <a:off x="1494964" y="1115287"/>
            <a:ext cx="658500" cy="385200"/>
          </a:xfrm>
          <a:prstGeom prst="roundRect">
            <a:avLst>
              <a:gd fmla="val 16667" name="adj"/>
            </a:avLst>
          </a:prstGeom>
          <a:solidFill>
            <a:schemeClr val="accent1"/>
          </a:solidFill>
          <a:ln cap="flat" cmpd="sng" w="9525">
            <a:solidFill>
              <a:schemeClr val="dk1"/>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66"/>
              </a:buClr>
              <a:buSzPts val="1400"/>
              <a:buFont typeface="Arial"/>
              <a:buNone/>
            </a:pPr>
            <a:r>
              <a:rPr b="1" i="0" lang="en" sz="1400" u="none" cap="none" strike="noStrike">
                <a:solidFill>
                  <a:schemeClr val="lt1"/>
                </a:solidFill>
                <a:latin typeface="Arial"/>
                <a:ea typeface="Arial"/>
                <a:cs typeface="Arial"/>
                <a:sym typeface="Arial"/>
              </a:rPr>
              <a:t>USDA</a:t>
            </a:r>
            <a:endParaRPr sz="1100">
              <a:solidFill>
                <a:schemeClr val="lt1"/>
              </a:solidFill>
            </a:endParaRPr>
          </a:p>
        </p:txBody>
      </p:sp>
      <p:sp>
        <p:nvSpPr>
          <p:cNvPr id="83" name="Google Shape;83;p18"/>
          <p:cNvSpPr/>
          <p:nvPr/>
        </p:nvSpPr>
        <p:spPr>
          <a:xfrm>
            <a:off x="1940629" y="1543457"/>
            <a:ext cx="1536900" cy="385200"/>
          </a:xfrm>
          <a:prstGeom prst="roundRect">
            <a:avLst>
              <a:gd fmla="val 16667" name="adj"/>
            </a:avLst>
          </a:prstGeom>
          <a:solidFill>
            <a:schemeClr val="accent1"/>
          </a:solidFill>
          <a:ln cap="flat" cmpd="sng" w="9525">
            <a:solidFill>
              <a:schemeClr val="dk1"/>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66"/>
              </a:buClr>
              <a:buSzPts val="1400"/>
              <a:buFont typeface="Arial"/>
              <a:buNone/>
            </a:pPr>
            <a:r>
              <a:rPr b="1" i="0" lang="en" sz="1400" u="none" cap="none" strike="noStrike">
                <a:solidFill>
                  <a:schemeClr val="lt1"/>
                </a:solidFill>
                <a:latin typeface="Arial"/>
                <a:ea typeface="Arial"/>
                <a:cs typeface="Arial"/>
                <a:sym typeface="Arial"/>
              </a:rPr>
              <a:t>Forest Service</a:t>
            </a:r>
            <a:endParaRPr sz="1100">
              <a:solidFill>
                <a:schemeClr val="lt1"/>
              </a:solidFill>
            </a:endParaRPr>
          </a:p>
        </p:txBody>
      </p:sp>
      <p:sp>
        <p:nvSpPr>
          <p:cNvPr id="87" name="Google Shape;87;p18"/>
          <p:cNvSpPr/>
          <p:nvPr/>
        </p:nvSpPr>
        <p:spPr>
          <a:xfrm>
            <a:off x="2817324" y="1970985"/>
            <a:ext cx="2415000" cy="192600"/>
          </a:xfrm>
          <a:prstGeom prst="roundRect">
            <a:avLst>
              <a:gd fmla="val 16667" name="adj"/>
            </a:avLst>
          </a:prstGeom>
          <a:solidFill>
            <a:schemeClr val="accent1"/>
          </a:solidFill>
          <a:ln cap="flat" cmpd="sng" w="9525">
            <a:solidFill>
              <a:schemeClr val="dk1"/>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66"/>
              </a:buClr>
              <a:buSzPts val="1400"/>
              <a:buFont typeface="Arial"/>
              <a:buNone/>
            </a:pPr>
            <a:r>
              <a:rPr b="1" i="0" lang="en" sz="1400" u="none" cap="none" strike="noStrike">
                <a:solidFill>
                  <a:schemeClr val="lt1"/>
                </a:solidFill>
                <a:latin typeface="Arial"/>
                <a:ea typeface="Arial"/>
                <a:cs typeface="Arial"/>
                <a:sym typeface="Arial"/>
              </a:rPr>
              <a:t>National Forest System</a:t>
            </a:r>
            <a:endParaRPr sz="1100">
              <a:solidFill>
                <a:schemeClr val="lt1"/>
              </a:solidFill>
            </a:endParaRPr>
          </a:p>
        </p:txBody>
      </p:sp>
      <p:sp>
        <p:nvSpPr>
          <p:cNvPr id="85" name="Google Shape;85;p18"/>
          <p:cNvSpPr/>
          <p:nvPr/>
        </p:nvSpPr>
        <p:spPr>
          <a:xfrm>
            <a:off x="2817324" y="2345233"/>
            <a:ext cx="2415000" cy="192600"/>
          </a:xfrm>
          <a:prstGeom prst="roundRect">
            <a:avLst>
              <a:gd fmla="val 16667" name="adj"/>
            </a:avLst>
          </a:prstGeom>
          <a:solidFill>
            <a:schemeClr val="accent1"/>
          </a:solidFill>
          <a:ln cap="flat" cmpd="sng" w="9525">
            <a:solidFill>
              <a:schemeClr val="dk1"/>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66"/>
              </a:buClr>
              <a:buSzPts val="1400"/>
              <a:buFont typeface="Arial"/>
              <a:buNone/>
            </a:pPr>
            <a:r>
              <a:rPr b="1" i="0" lang="en" sz="1400" u="none" cap="none" strike="noStrike">
                <a:solidFill>
                  <a:schemeClr val="lt1"/>
                </a:solidFill>
                <a:latin typeface="Arial"/>
                <a:ea typeface="Arial"/>
                <a:cs typeface="Arial"/>
                <a:sym typeface="Arial"/>
              </a:rPr>
              <a:t>State and Private</a:t>
            </a:r>
            <a:endParaRPr sz="1100">
              <a:solidFill>
                <a:schemeClr val="lt1"/>
              </a:solidFill>
            </a:endParaRPr>
          </a:p>
        </p:txBody>
      </p:sp>
      <p:sp>
        <p:nvSpPr>
          <p:cNvPr id="81" name="Google Shape;81;p18"/>
          <p:cNvSpPr/>
          <p:nvPr/>
        </p:nvSpPr>
        <p:spPr>
          <a:xfrm>
            <a:off x="2817324" y="2719480"/>
            <a:ext cx="2415000" cy="192600"/>
          </a:xfrm>
          <a:prstGeom prst="roundRect">
            <a:avLst>
              <a:gd fmla="val 16667" name="adj"/>
            </a:avLst>
          </a:prstGeom>
          <a:solidFill>
            <a:schemeClr val="accent1"/>
          </a:solidFill>
          <a:ln cap="flat" cmpd="sng" w="9525">
            <a:solidFill>
              <a:schemeClr val="dk1"/>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66"/>
              </a:buClr>
              <a:buSzPts val="1400"/>
              <a:buFont typeface="Arial"/>
              <a:buNone/>
            </a:pPr>
            <a:r>
              <a:rPr b="1" i="0" lang="en" sz="1400" u="none" cap="none" strike="noStrike">
                <a:solidFill>
                  <a:schemeClr val="lt1"/>
                </a:solidFill>
                <a:latin typeface="Arial"/>
                <a:ea typeface="Arial"/>
                <a:cs typeface="Arial"/>
                <a:sym typeface="Arial"/>
              </a:rPr>
              <a:t>Research</a:t>
            </a:r>
            <a:endParaRPr sz="1100">
              <a:solidFill>
                <a:schemeClr val="lt1"/>
              </a:solidFill>
            </a:endParaRPr>
          </a:p>
        </p:txBody>
      </p:sp>
      <p:sp>
        <p:nvSpPr>
          <p:cNvPr id="80" name="Google Shape;80;p18"/>
          <p:cNvSpPr/>
          <p:nvPr/>
        </p:nvSpPr>
        <p:spPr>
          <a:xfrm>
            <a:off x="4163102" y="3093728"/>
            <a:ext cx="3073500" cy="192600"/>
          </a:xfrm>
          <a:prstGeom prst="roundRect">
            <a:avLst>
              <a:gd fmla="val 16667" name="adj"/>
            </a:avLst>
          </a:prstGeom>
          <a:solidFill>
            <a:schemeClr val="accent1"/>
          </a:solidFill>
          <a:ln cap="flat" cmpd="sng" w="9525">
            <a:solidFill>
              <a:schemeClr val="dk1"/>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66"/>
              </a:buClr>
              <a:buSzPts val="1300"/>
              <a:buFont typeface="Arial"/>
              <a:buNone/>
            </a:pPr>
            <a:r>
              <a:rPr b="1" i="0" lang="en" sz="1300" u="none" cap="none" strike="noStrike">
                <a:solidFill>
                  <a:schemeClr val="lt1"/>
                </a:solidFill>
                <a:latin typeface="Arial"/>
                <a:ea typeface="Arial"/>
                <a:cs typeface="Arial"/>
                <a:sym typeface="Arial"/>
              </a:rPr>
              <a:t>Forest Inventory and Analysis (FIA)</a:t>
            </a:r>
            <a:endParaRPr sz="1100">
              <a:solidFill>
                <a:schemeClr val="lt1"/>
              </a:solidFill>
            </a:endParaRPr>
          </a:p>
        </p:txBody>
      </p:sp>
      <p:pic>
        <p:nvPicPr>
          <p:cNvPr id="90" name="Google Shape;90;p18"/>
          <p:cNvPicPr preferRelativeResize="0"/>
          <p:nvPr/>
        </p:nvPicPr>
        <p:blipFill>
          <a:blip r:embed="rId4">
            <a:alphaModFix/>
          </a:blip>
          <a:stretch>
            <a:fillRect/>
          </a:stretch>
        </p:blipFill>
        <p:spPr>
          <a:xfrm>
            <a:off x="6325150" y="821374"/>
            <a:ext cx="1821801" cy="2021249"/>
          </a:xfrm>
          <a:prstGeom prst="rect">
            <a:avLst/>
          </a:prstGeom>
          <a:noFill/>
          <a:ln>
            <a:noFill/>
          </a:ln>
        </p:spPr>
      </p:pic>
      <p:sp>
        <p:nvSpPr>
          <p:cNvPr id="91" name="Google Shape;91;p18"/>
          <p:cNvSpPr/>
          <p:nvPr/>
        </p:nvSpPr>
        <p:spPr>
          <a:xfrm>
            <a:off x="4382175" y="3533275"/>
            <a:ext cx="3552000" cy="192600"/>
          </a:xfrm>
          <a:prstGeom prst="roundRect">
            <a:avLst>
              <a:gd fmla="val 16667" name="adj"/>
            </a:avLst>
          </a:prstGeom>
          <a:solidFill>
            <a:schemeClr val="accent1"/>
          </a:solidFill>
          <a:ln cap="flat" cmpd="sng" w="9525">
            <a:solidFill>
              <a:schemeClr val="dk1"/>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66"/>
              </a:buClr>
              <a:buSzPts val="1300"/>
              <a:buFont typeface="Arial"/>
              <a:buNone/>
            </a:pPr>
            <a:r>
              <a:rPr b="1" lang="en" sz="1300">
                <a:solidFill>
                  <a:schemeClr val="lt1"/>
                </a:solidFill>
              </a:rPr>
              <a:t>Urban </a:t>
            </a:r>
            <a:r>
              <a:rPr b="1" i="0" lang="en" sz="1300" u="none" cap="none" strike="noStrike">
                <a:solidFill>
                  <a:schemeClr val="lt1"/>
                </a:solidFill>
                <a:latin typeface="Arial"/>
                <a:ea typeface="Arial"/>
                <a:cs typeface="Arial"/>
                <a:sym typeface="Arial"/>
              </a:rPr>
              <a:t>Forest Inventory and Analysis (UFIA)</a:t>
            </a:r>
            <a:endParaRPr sz="1100">
              <a:solidFill>
                <a:schemeClr val="lt1"/>
              </a:solidFill>
            </a:endParaRPr>
          </a:p>
        </p:txBody>
      </p:sp>
      <p:pic>
        <p:nvPicPr>
          <p:cNvPr descr="A person in a suit&#10;&#10;Description automatically generated with low confidence" id="92" name="Google Shape;92;p18"/>
          <p:cNvPicPr preferRelativeResize="0"/>
          <p:nvPr/>
        </p:nvPicPr>
        <p:blipFill rotWithShape="1">
          <a:blip r:embed="rId5">
            <a:alphaModFix/>
          </a:blip>
          <a:srcRect b="0" l="0" r="0" t="0"/>
          <a:stretch/>
        </p:blipFill>
        <p:spPr>
          <a:xfrm>
            <a:off x="3228176" y="3842218"/>
            <a:ext cx="1091900" cy="1029356"/>
          </a:xfrm>
          <a:prstGeom prst="rect">
            <a:avLst/>
          </a:prstGeom>
          <a:noFill/>
          <a:ln>
            <a:noFill/>
          </a:ln>
        </p:spPr>
      </p:pic>
      <p:pic>
        <p:nvPicPr>
          <p:cNvPr id="93" name="Google Shape;93;p18"/>
          <p:cNvPicPr preferRelativeResize="0"/>
          <p:nvPr/>
        </p:nvPicPr>
        <p:blipFill rotWithShape="1">
          <a:blip r:embed="rId6">
            <a:alphaModFix/>
          </a:blip>
          <a:srcRect b="0" l="0" r="30507" t="17423"/>
          <a:stretch/>
        </p:blipFill>
        <p:spPr>
          <a:xfrm>
            <a:off x="4883775" y="3804800"/>
            <a:ext cx="929287" cy="1104200"/>
          </a:xfrm>
          <a:prstGeom prst="rect">
            <a:avLst/>
          </a:prstGeom>
          <a:noFill/>
          <a:ln>
            <a:noFill/>
          </a:ln>
        </p:spPr>
      </p:pic>
      <p:pic>
        <p:nvPicPr>
          <p:cNvPr id="94" name="Google Shape;94;p18"/>
          <p:cNvPicPr preferRelativeResize="0"/>
          <p:nvPr/>
        </p:nvPicPr>
        <p:blipFill>
          <a:blip r:embed="rId7">
            <a:alphaModFix/>
          </a:blip>
          <a:stretch>
            <a:fillRect/>
          </a:stretch>
        </p:blipFill>
        <p:spPr>
          <a:xfrm>
            <a:off x="6376775" y="3784000"/>
            <a:ext cx="1145800" cy="11458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19"/>
          <p:cNvSpPr txBox="1"/>
          <p:nvPr>
            <p:ph type="title"/>
          </p:nvPr>
        </p:nvSpPr>
        <p:spPr>
          <a:xfrm>
            <a:off x="311700" y="445025"/>
            <a:ext cx="8520600" cy="5727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 sz="3100"/>
              <a:t>Wrangling</a:t>
            </a:r>
            <a:endParaRPr sz="3100"/>
          </a:p>
        </p:txBody>
      </p:sp>
      <p:sp>
        <p:nvSpPr>
          <p:cNvPr id="100" name="Google Shape;100;p19"/>
          <p:cNvSpPr txBox="1"/>
          <p:nvPr>
            <p:ph idx="1" type="body"/>
          </p:nvPr>
        </p:nvSpPr>
        <p:spPr>
          <a:xfrm>
            <a:off x="311700" y="1152475"/>
            <a:ext cx="8520600" cy="2001000"/>
          </a:xfrm>
          <a:prstGeom prst="rect">
            <a:avLst/>
          </a:prstGeom>
        </p:spPr>
        <p:txBody>
          <a:bodyPr anchorCtr="0" anchor="t" bIns="45700" lIns="91425" spcFirstLastPara="1" rIns="91425" wrap="square" tIns="45700">
            <a:spAutoFit/>
          </a:bodyPr>
          <a:lstStyle/>
          <a:p>
            <a:pPr indent="-381000" lvl="0" marL="457200" rtl="0" algn="l">
              <a:spcBef>
                <a:spcPts val="480"/>
              </a:spcBef>
              <a:spcAft>
                <a:spcPts val="0"/>
              </a:spcAft>
              <a:buSzPts val="2400"/>
              <a:buChar char="●"/>
            </a:pPr>
            <a:r>
              <a:rPr lang="en"/>
              <a:t>Many weeks of transformation with the data</a:t>
            </a:r>
            <a:endParaRPr/>
          </a:p>
          <a:p>
            <a:pPr indent="-355600" lvl="1" marL="914400" rtl="0" algn="l">
              <a:spcBef>
                <a:spcPts val="0"/>
              </a:spcBef>
              <a:spcAft>
                <a:spcPts val="0"/>
              </a:spcAft>
              <a:buSzPts val="2000"/>
              <a:buChar char="○"/>
            </a:pPr>
            <a:r>
              <a:rPr lang="en"/>
              <a:t>Changed continuous variable to binary</a:t>
            </a:r>
            <a:endParaRPr/>
          </a:p>
          <a:p>
            <a:pPr indent="-355600" lvl="1" marL="914400" rtl="0" algn="l">
              <a:spcBef>
                <a:spcPts val="0"/>
              </a:spcBef>
              <a:spcAft>
                <a:spcPts val="0"/>
              </a:spcAft>
              <a:buSzPts val="2000"/>
              <a:buChar char="○"/>
            </a:pPr>
            <a:r>
              <a:rPr lang="en"/>
              <a:t>Weighted</a:t>
            </a:r>
            <a:r>
              <a:rPr lang="en"/>
              <a:t> Tree/Shrub Coverage</a:t>
            </a:r>
            <a:endParaRPr/>
          </a:p>
          <a:p>
            <a:pPr indent="-355600" lvl="1" marL="914400" rtl="0" algn="l">
              <a:spcBef>
                <a:spcPts val="0"/>
              </a:spcBef>
              <a:spcAft>
                <a:spcPts val="0"/>
              </a:spcAft>
              <a:buSzPts val="2000"/>
              <a:buChar char="○"/>
            </a:pPr>
            <a:r>
              <a:rPr lang="en"/>
              <a:t>Finding proportion of IPS is challenging, better to predict presence/absence instead</a:t>
            </a:r>
            <a:endParaRPr/>
          </a:p>
          <a:p>
            <a:pPr indent="-355600" lvl="1" marL="914400" rtl="0" algn="l">
              <a:spcBef>
                <a:spcPts val="0"/>
              </a:spcBef>
              <a:spcAft>
                <a:spcPts val="0"/>
              </a:spcAft>
              <a:buSzPts val="2000"/>
              <a:buChar char="○"/>
            </a:pPr>
            <a:r>
              <a:rPr lang="en"/>
              <a:t>Filtered down to top 5 IPS</a:t>
            </a:r>
            <a:endParaRPr/>
          </a:p>
        </p:txBody>
      </p:sp>
      <p:pic>
        <p:nvPicPr>
          <p:cNvPr id="101" name="Google Shape;101;p19"/>
          <p:cNvPicPr preferRelativeResize="0"/>
          <p:nvPr/>
        </p:nvPicPr>
        <p:blipFill>
          <a:blip r:embed="rId3">
            <a:alphaModFix/>
          </a:blip>
          <a:stretch>
            <a:fillRect/>
          </a:stretch>
        </p:blipFill>
        <p:spPr>
          <a:xfrm>
            <a:off x="4882325" y="3472350"/>
            <a:ext cx="2268926" cy="148295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20"/>
          <p:cNvSpPr txBox="1"/>
          <p:nvPr>
            <p:ph type="title"/>
          </p:nvPr>
        </p:nvSpPr>
        <p:spPr>
          <a:xfrm>
            <a:off x="311700" y="445025"/>
            <a:ext cx="8520600" cy="5727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
              <a:t>Research Goal: Predict Presence of Invasive Species</a:t>
            </a:r>
            <a:endParaRPr/>
          </a:p>
        </p:txBody>
      </p:sp>
      <p:sp>
        <p:nvSpPr>
          <p:cNvPr id="107" name="Google Shape;107;p20"/>
          <p:cNvSpPr txBox="1"/>
          <p:nvPr>
            <p:ph idx="1" type="body"/>
          </p:nvPr>
        </p:nvSpPr>
        <p:spPr>
          <a:xfrm>
            <a:off x="4793225" y="1225625"/>
            <a:ext cx="4260300" cy="2093400"/>
          </a:xfrm>
          <a:prstGeom prst="rect">
            <a:avLst/>
          </a:prstGeom>
          <a:ln cap="flat" cmpd="sng" w="28575">
            <a:solidFill>
              <a:schemeClr val="accent3"/>
            </a:solidFill>
            <a:prstDash val="solid"/>
            <a:round/>
            <a:headEnd len="sm" w="sm" type="none"/>
            <a:tailEnd len="sm" w="sm" type="none"/>
          </a:ln>
        </p:spPr>
        <p:txBody>
          <a:bodyPr anchorCtr="0" anchor="t" bIns="45700" lIns="91425" spcFirstLastPara="1" rIns="91425" wrap="square" tIns="45700">
            <a:spAutoFit/>
          </a:bodyPr>
          <a:lstStyle/>
          <a:p>
            <a:pPr indent="0" lvl="0" marL="0" rtl="0" algn="l">
              <a:spcBef>
                <a:spcPts val="480"/>
              </a:spcBef>
              <a:spcAft>
                <a:spcPts val="0"/>
              </a:spcAft>
              <a:buNone/>
            </a:pPr>
            <a:r>
              <a:rPr lang="en" sz="2100"/>
              <a:t>Invasive Species of interest:</a:t>
            </a:r>
            <a:endParaRPr sz="2100"/>
          </a:p>
          <a:p>
            <a:pPr indent="-361950" lvl="0" marL="457200" rtl="0" algn="l">
              <a:spcBef>
                <a:spcPts val="480"/>
              </a:spcBef>
              <a:spcAft>
                <a:spcPts val="0"/>
              </a:spcAft>
              <a:buSzPts val="2100"/>
              <a:buChar char="•"/>
            </a:pPr>
            <a:r>
              <a:rPr lang="en" sz="2100"/>
              <a:t>Honeysuckle</a:t>
            </a:r>
            <a:endParaRPr sz="2100"/>
          </a:p>
          <a:p>
            <a:pPr indent="-361950" lvl="0" marL="457200" rtl="0" algn="l">
              <a:spcBef>
                <a:spcPts val="0"/>
              </a:spcBef>
              <a:spcAft>
                <a:spcPts val="0"/>
              </a:spcAft>
              <a:buSzPts val="2100"/>
              <a:buChar char="•"/>
            </a:pPr>
            <a:r>
              <a:rPr lang="en" sz="2100"/>
              <a:t>Multiflora Rose</a:t>
            </a:r>
            <a:endParaRPr sz="2100"/>
          </a:p>
          <a:p>
            <a:pPr indent="-361950" lvl="0" marL="457200" rtl="0" algn="l">
              <a:spcBef>
                <a:spcPts val="0"/>
              </a:spcBef>
              <a:spcAft>
                <a:spcPts val="0"/>
              </a:spcAft>
              <a:buSzPts val="2100"/>
              <a:buChar char="•"/>
            </a:pPr>
            <a:r>
              <a:rPr lang="en" sz="2100">
                <a:solidFill>
                  <a:schemeClr val="dk1"/>
                </a:solidFill>
              </a:rPr>
              <a:t>Norway Maple</a:t>
            </a:r>
            <a:endParaRPr sz="2100"/>
          </a:p>
          <a:p>
            <a:pPr indent="-361950" lvl="0" marL="457200" rtl="0" algn="l">
              <a:spcBef>
                <a:spcPts val="0"/>
              </a:spcBef>
              <a:spcAft>
                <a:spcPts val="0"/>
              </a:spcAft>
              <a:buSzPts val="2100"/>
              <a:buChar char="•"/>
            </a:pPr>
            <a:r>
              <a:rPr lang="en" sz="2100"/>
              <a:t>Siberian Elm</a:t>
            </a:r>
            <a:endParaRPr sz="2100"/>
          </a:p>
          <a:p>
            <a:pPr indent="-361950" lvl="0" marL="457200" rtl="0" algn="l">
              <a:spcBef>
                <a:spcPts val="0"/>
              </a:spcBef>
              <a:spcAft>
                <a:spcPts val="0"/>
              </a:spcAft>
              <a:buSzPts val="2100"/>
              <a:buChar char="•"/>
            </a:pPr>
            <a:r>
              <a:rPr lang="en" sz="2100"/>
              <a:t>Tree of Heaven</a:t>
            </a:r>
            <a:endParaRPr sz="2100"/>
          </a:p>
        </p:txBody>
      </p:sp>
      <p:sp>
        <p:nvSpPr>
          <p:cNvPr id="108" name="Google Shape;108;p20"/>
          <p:cNvSpPr txBox="1"/>
          <p:nvPr>
            <p:ph idx="1" type="body"/>
          </p:nvPr>
        </p:nvSpPr>
        <p:spPr>
          <a:xfrm>
            <a:off x="311700" y="1225613"/>
            <a:ext cx="4260300" cy="2739900"/>
          </a:xfrm>
          <a:prstGeom prst="rect">
            <a:avLst/>
          </a:prstGeom>
          <a:ln cap="flat" cmpd="sng" w="28575">
            <a:solidFill>
              <a:schemeClr val="accent3"/>
            </a:solidFill>
            <a:prstDash val="solid"/>
            <a:round/>
            <a:headEnd len="sm" w="sm" type="none"/>
            <a:tailEnd len="sm" w="sm" type="none"/>
          </a:ln>
        </p:spPr>
        <p:txBody>
          <a:bodyPr anchorCtr="0" anchor="t" bIns="45700" lIns="91425" spcFirstLastPara="1" rIns="91425" wrap="square" tIns="45700">
            <a:spAutoFit/>
          </a:bodyPr>
          <a:lstStyle/>
          <a:p>
            <a:pPr indent="0" lvl="0" marL="0" rtl="0" algn="l">
              <a:spcBef>
                <a:spcPts val="480"/>
              </a:spcBef>
              <a:spcAft>
                <a:spcPts val="0"/>
              </a:spcAft>
              <a:buNone/>
            </a:pPr>
            <a:r>
              <a:rPr lang="en" sz="2100"/>
              <a:t>Predictor Variables (Model 1):</a:t>
            </a:r>
            <a:endParaRPr sz="2100"/>
          </a:p>
          <a:p>
            <a:pPr indent="-361950" lvl="0" marL="457200" rtl="0" algn="l">
              <a:spcBef>
                <a:spcPts val="480"/>
              </a:spcBef>
              <a:spcAft>
                <a:spcPts val="0"/>
              </a:spcAft>
              <a:buSzPts val="2100"/>
              <a:buChar char="•"/>
            </a:pPr>
            <a:r>
              <a:rPr lang="en" sz="2100"/>
              <a:t>Weighted tree cover</a:t>
            </a:r>
            <a:endParaRPr sz="2100"/>
          </a:p>
          <a:p>
            <a:pPr indent="-361950" lvl="0" marL="457200" rtl="0" algn="l">
              <a:spcBef>
                <a:spcPts val="0"/>
              </a:spcBef>
              <a:spcAft>
                <a:spcPts val="0"/>
              </a:spcAft>
              <a:buSzPts val="2100"/>
              <a:buChar char="•"/>
            </a:pPr>
            <a:r>
              <a:rPr lang="en" sz="2100"/>
              <a:t>Weighted shrub cover</a:t>
            </a:r>
            <a:endParaRPr sz="2100"/>
          </a:p>
          <a:p>
            <a:pPr indent="-361950" lvl="0" marL="457200" rtl="0" algn="l">
              <a:spcBef>
                <a:spcPts val="0"/>
              </a:spcBef>
              <a:spcAft>
                <a:spcPts val="0"/>
              </a:spcAft>
              <a:buSzPts val="2100"/>
              <a:buChar char="•"/>
            </a:pPr>
            <a:r>
              <a:rPr lang="en" sz="2100"/>
              <a:t>Latitude</a:t>
            </a:r>
            <a:endParaRPr sz="2100"/>
          </a:p>
          <a:p>
            <a:pPr indent="-361950" lvl="0" marL="457200" rtl="0" algn="l">
              <a:spcBef>
                <a:spcPts val="0"/>
              </a:spcBef>
              <a:spcAft>
                <a:spcPts val="0"/>
              </a:spcAft>
              <a:buSzPts val="2100"/>
              <a:buChar char="•"/>
            </a:pPr>
            <a:r>
              <a:rPr lang="en" sz="2100"/>
              <a:t>Longitude</a:t>
            </a:r>
            <a:endParaRPr sz="2100"/>
          </a:p>
          <a:p>
            <a:pPr indent="-361950" lvl="0" marL="457200" rtl="0" algn="l">
              <a:spcBef>
                <a:spcPts val="0"/>
              </a:spcBef>
              <a:spcAft>
                <a:spcPts val="0"/>
              </a:spcAft>
              <a:buSzPts val="2100"/>
              <a:buChar char="•"/>
            </a:pPr>
            <a:r>
              <a:rPr lang="en" sz="2100"/>
              <a:t>Public vs. Private</a:t>
            </a:r>
            <a:endParaRPr sz="2100"/>
          </a:p>
          <a:p>
            <a:pPr indent="-361950" lvl="0" marL="457200" rtl="0" algn="l">
              <a:spcBef>
                <a:spcPts val="0"/>
              </a:spcBef>
              <a:spcAft>
                <a:spcPts val="0"/>
              </a:spcAft>
              <a:buSzPts val="2100"/>
              <a:buChar char="•"/>
            </a:pPr>
            <a:r>
              <a:rPr lang="en" sz="2100"/>
              <a:t>Maintained vs. </a:t>
            </a:r>
            <a:r>
              <a:rPr lang="en" sz="2100"/>
              <a:t>Unkept</a:t>
            </a:r>
            <a:endParaRPr sz="2100"/>
          </a:p>
          <a:p>
            <a:pPr indent="-361950" lvl="0" marL="457200" rtl="0" algn="l">
              <a:spcBef>
                <a:spcPts val="0"/>
              </a:spcBef>
              <a:spcAft>
                <a:spcPts val="0"/>
              </a:spcAft>
              <a:buSzPts val="2100"/>
              <a:buChar char="•"/>
            </a:pPr>
            <a:r>
              <a:rPr lang="en" sz="2100"/>
              <a:t>FIA Landuse</a:t>
            </a:r>
            <a:endParaRPr sz="2100"/>
          </a:p>
        </p:txBody>
      </p:sp>
      <p:sp>
        <p:nvSpPr>
          <p:cNvPr id="109" name="Google Shape;109;p20"/>
          <p:cNvSpPr txBox="1"/>
          <p:nvPr>
            <p:ph idx="1" type="body"/>
          </p:nvPr>
        </p:nvSpPr>
        <p:spPr>
          <a:xfrm>
            <a:off x="311700" y="4065700"/>
            <a:ext cx="4260300" cy="800400"/>
          </a:xfrm>
          <a:prstGeom prst="rect">
            <a:avLst/>
          </a:prstGeom>
          <a:ln cap="flat" cmpd="sng" w="28575">
            <a:solidFill>
              <a:schemeClr val="accent3"/>
            </a:solidFill>
            <a:prstDash val="solid"/>
            <a:round/>
            <a:headEnd len="sm" w="sm" type="none"/>
            <a:tailEnd len="sm" w="sm" type="none"/>
          </a:ln>
        </p:spPr>
        <p:txBody>
          <a:bodyPr anchorCtr="0" anchor="t" bIns="45700" lIns="91425" spcFirstLastPara="1" rIns="91425" wrap="square" tIns="45700">
            <a:spAutoFit/>
          </a:bodyPr>
          <a:lstStyle/>
          <a:p>
            <a:pPr indent="0" lvl="0" marL="0" rtl="0" algn="l">
              <a:spcBef>
                <a:spcPts val="480"/>
              </a:spcBef>
              <a:spcAft>
                <a:spcPts val="0"/>
              </a:spcAft>
              <a:buNone/>
            </a:pPr>
            <a:r>
              <a:rPr lang="en" sz="2100"/>
              <a:t>Predictor Variables (Model 2):</a:t>
            </a:r>
            <a:endParaRPr sz="2100"/>
          </a:p>
          <a:p>
            <a:pPr indent="-361950" lvl="0" marL="457200" rtl="0" algn="l">
              <a:spcBef>
                <a:spcPts val="480"/>
              </a:spcBef>
              <a:spcAft>
                <a:spcPts val="0"/>
              </a:spcAft>
              <a:buSzPts val="2100"/>
              <a:buChar char="•"/>
            </a:pPr>
            <a:r>
              <a:rPr lang="en" sz="2100"/>
              <a:t>Including city</a:t>
            </a:r>
            <a:endParaRPr sz="21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21"/>
          <p:cNvSpPr txBox="1"/>
          <p:nvPr>
            <p:ph type="title"/>
          </p:nvPr>
        </p:nvSpPr>
        <p:spPr>
          <a:xfrm>
            <a:off x="2654400" y="1476600"/>
            <a:ext cx="3835200" cy="21903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 sz="9600"/>
              <a:t>Models</a:t>
            </a:r>
            <a:endParaRPr sz="96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p22"/>
          <p:cNvSpPr txBox="1"/>
          <p:nvPr>
            <p:ph type="title"/>
          </p:nvPr>
        </p:nvSpPr>
        <p:spPr>
          <a:xfrm>
            <a:off x="311700" y="375925"/>
            <a:ext cx="8520600" cy="5727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
              <a:t>Why Logistic Regression?</a:t>
            </a:r>
            <a:endParaRPr/>
          </a:p>
        </p:txBody>
      </p:sp>
      <p:sp>
        <p:nvSpPr>
          <p:cNvPr id="120" name="Google Shape;120;p22"/>
          <p:cNvSpPr txBox="1"/>
          <p:nvPr/>
        </p:nvSpPr>
        <p:spPr>
          <a:xfrm>
            <a:off x="1253800" y="1392000"/>
            <a:ext cx="5686500" cy="623400"/>
          </a:xfrm>
          <a:prstGeom prst="rect">
            <a:avLst/>
          </a:prstGeom>
          <a:noFill/>
          <a:ln>
            <a:noFill/>
          </a:ln>
        </p:spPr>
        <p:txBody>
          <a:bodyPr anchorCtr="0" anchor="t" bIns="91425" lIns="91425" spcFirstLastPara="1" rIns="91425" wrap="square" tIns="91425">
            <a:spAutoFit/>
          </a:bodyPr>
          <a:lstStyle/>
          <a:p>
            <a:pPr indent="-228600" lvl="0" marL="190500" marR="63500" rtl="0" algn="l">
              <a:lnSpc>
                <a:spcPct val="137500"/>
              </a:lnSpc>
              <a:spcBef>
                <a:spcPts val="800"/>
              </a:spcBef>
              <a:spcAft>
                <a:spcPts val="0"/>
              </a:spcAft>
              <a:buClr>
                <a:srgbClr val="001D35"/>
              </a:buClr>
              <a:buSzPts val="1200"/>
              <a:buFont typeface="Roboto"/>
              <a:buNone/>
            </a:pPr>
            <a:r>
              <a:t/>
            </a:r>
            <a:endParaRPr sz="1200">
              <a:solidFill>
                <a:srgbClr val="001D35"/>
              </a:solidFill>
              <a:highlight>
                <a:srgbClr val="FFFFFF"/>
              </a:highlight>
              <a:latin typeface="Roboto"/>
              <a:ea typeface="Roboto"/>
              <a:cs typeface="Roboto"/>
              <a:sym typeface="Roboto"/>
            </a:endParaRPr>
          </a:p>
          <a:p>
            <a:pPr indent="-228600" lvl="0" marL="190500" marR="63500" rtl="0" algn="l">
              <a:lnSpc>
                <a:spcPct val="137500"/>
              </a:lnSpc>
              <a:spcBef>
                <a:spcPts val="0"/>
              </a:spcBef>
              <a:spcAft>
                <a:spcPts val="0"/>
              </a:spcAft>
              <a:buClr>
                <a:srgbClr val="001D35"/>
              </a:buClr>
              <a:buSzPts val="1200"/>
              <a:buFont typeface="Roboto"/>
              <a:buNone/>
            </a:pPr>
            <a:r>
              <a:t/>
            </a:r>
            <a:endParaRPr sz="1200">
              <a:solidFill>
                <a:srgbClr val="001D35"/>
              </a:solidFill>
              <a:highlight>
                <a:srgbClr val="FFFFFF"/>
              </a:highlight>
              <a:latin typeface="Roboto"/>
              <a:ea typeface="Roboto"/>
              <a:cs typeface="Roboto"/>
              <a:sym typeface="Roboto"/>
            </a:endParaRPr>
          </a:p>
        </p:txBody>
      </p:sp>
      <p:sp>
        <p:nvSpPr>
          <p:cNvPr id="121" name="Google Shape;121;p22"/>
          <p:cNvSpPr txBox="1"/>
          <p:nvPr>
            <p:ph idx="1" type="body"/>
          </p:nvPr>
        </p:nvSpPr>
        <p:spPr>
          <a:xfrm>
            <a:off x="591300" y="1442225"/>
            <a:ext cx="7961400" cy="2786100"/>
          </a:xfrm>
          <a:prstGeom prst="rect">
            <a:avLst/>
          </a:prstGeom>
        </p:spPr>
        <p:txBody>
          <a:bodyPr anchorCtr="0" anchor="t" bIns="45700" lIns="91425" spcFirstLastPara="1" rIns="91425" wrap="square" tIns="45700">
            <a:spAutoFit/>
          </a:bodyPr>
          <a:lstStyle/>
          <a:p>
            <a:pPr indent="-387350" lvl="0" marL="457200" rtl="0" algn="l">
              <a:lnSpc>
                <a:spcPct val="150000"/>
              </a:lnSpc>
              <a:spcBef>
                <a:spcPts val="480"/>
              </a:spcBef>
              <a:spcAft>
                <a:spcPts val="0"/>
              </a:spcAft>
              <a:buSzPts val="2500"/>
              <a:buChar char="•"/>
            </a:pPr>
            <a:r>
              <a:rPr lang="en" sz="2500"/>
              <a:t>Logistic regression models are less complex than other machine learning (ML) methods, making them easier to implement.</a:t>
            </a:r>
            <a:endParaRPr sz="2500"/>
          </a:p>
          <a:p>
            <a:pPr indent="-387350" lvl="0" marL="457200" rtl="0" algn="l">
              <a:lnSpc>
                <a:spcPct val="150000"/>
              </a:lnSpc>
              <a:spcBef>
                <a:spcPts val="0"/>
              </a:spcBef>
              <a:spcAft>
                <a:spcPts val="0"/>
              </a:spcAft>
              <a:buSzPts val="2500"/>
              <a:buChar char="•"/>
            </a:pPr>
            <a:r>
              <a:rPr lang="en" sz="2500"/>
              <a:t>Easy to </a:t>
            </a:r>
            <a:r>
              <a:rPr lang="en" sz="2500"/>
              <a:t>interpret</a:t>
            </a:r>
            <a:r>
              <a:rPr lang="en" sz="2500"/>
              <a:t> </a:t>
            </a:r>
            <a:r>
              <a:rPr lang="en" sz="2500"/>
              <a:t>relationship</a:t>
            </a:r>
            <a:r>
              <a:rPr lang="en" sz="2500"/>
              <a:t> between variables and predictive </a:t>
            </a:r>
            <a:endParaRPr sz="2500"/>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23"/>
          <p:cNvSpPr txBox="1"/>
          <p:nvPr>
            <p:ph type="title"/>
          </p:nvPr>
        </p:nvSpPr>
        <p:spPr>
          <a:xfrm>
            <a:off x="311700" y="375925"/>
            <a:ext cx="8520600" cy="5727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
                <a:solidFill>
                  <a:schemeClr val="dk1"/>
                </a:solidFill>
              </a:rPr>
              <a:t>Model Results: Logistic Regression WITH CITY</a:t>
            </a:r>
            <a:endParaRPr/>
          </a:p>
        </p:txBody>
      </p:sp>
      <p:graphicFrame>
        <p:nvGraphicFramePr>
          <p:cNvPr id="127" name="Google Shape;127;p23"/>
          <p:cNvGraphicFramePr/>
          <p:nvPr/>
        </p:nvGraphicFramePr>
        <p:xfrm>
          <a:off x="808400" y="1131650"/>
          <a:ext cx="3000000" cy="3000000"/>
        </p:xfrm>
        <a:graphic>
          <a:graphicData uri="http://schemas.openxmlformats.org/drawingml/2006/table">
            <a:tbl>
              <a:tblPr>
                <a:noFill/>
                <a:tableStyleId>{3F33836A-AF81-4A84-BC72-258D4CD1CACB}</a:tableStyleId>
              </a:tblPr>
              <a:tblGrid>
                <a:gridCol w="1508700"/>
                <a:gridCol w="1508700"/>
              </a:tblGrid>
              <a:tr h="297700">
                <a:tc>
                  <a:txBody>
                    <a:bodyPr/>
                    <a:lstStyle/>
                    <a:p>
                      <a:pPr indent="0" lvl="0" marL="0" rtl="0" algn="ctr">
                        <a:lnSpc>
                          <a:spcPct val="115000"/>
                        </a:lnSpc>
                        <a:spcBef>
                          <a:spcPts val="0"/>
                        </a:spcBef>
                        <a:spcAft>
                          <a:spcPts val="0"/>
                        </a:spcAft>
                        <a:buNone/>
                      </a:pPr>
                      <a:r>
                        <a:rPr b="1" lang="en" sz="1200"/>
                        <a:t>Variable</a:t>
                      </a:r>
                      <a:endParaRPr b="1" sz="1200"/>
                    </a:p>
                  </a:txBody>
                  <a:tcPr marT="19050" marB="19050" marR="28575" marL="28575" anchor="b">
                    <a:lnL cap="flat" cmpd="sng" w="9525">
                      <a:solidFill>
                        <a:srgbClr val="001D35"/>
                      </a:solidFill>
                      <a:prstDash val="solid"/>
                      <a:round/>
                      <a:headEnd len="sm" w="sm" type="none"/>
                      <a:tailEnd len="sm" w="sm" type="none"/>
                    </a:lnL>
                    <a:lnR cap="flat" cmpd="sng" w="9525">
                      <a:solidFill>
                        <a:srgbClr val="001D35"/>
                      </a:solidFill>
                      <a:prstDash val="solid"/>
                      <a:round/>
                      <a:headEnd len="sm" w="sm" type="none"/>
                      <a:tailEnd len="sm" w="sm" type="none"/>
                    </a:lnR>
                    <a:lnT cap="flat" cmpd="sng" w="9525">
                      <a:solidFill>
                        <a:srgbClr val="001D35"/>
                      </a:solidFill>
                      <a:prstDash val="solid"/>
                      <a:round/>
                      <a:headEnd len="sm" w="sm" type="none"/>
                      <a:tailEnd len="sm" w="sm" type="none"/>
                    </a:lnT>
                    <a:lnB cap="flat" cmpd="sng" w="9525">
                      <a:solidFill>
                        <a:srgbClr val="001D35"/>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200"/>
                        <a:t>Odds</a:t>
                      </a:r>
                      <a:endParaRPr b="1" sz="1200"/>
                    </a:p>
                  </a:txBody>
                  <a:tcPr marT="19050" marB="19050" marR="28575" marL="28575" anchor="b">
                    <a:lnL cap="flat" cmpd="sng" w="9525">
                      <a:solidFill>
                        <a:srgbClr val="001D35"/>
                      </a:solidFill>
                      <a:prstDash val="solid"/>
                      <a:round/>
                      <a:headEnd len="sm" w="sm" type="none"/>
                      <a:tailEnd len="sm" w="sm" type="none"/>
                    </a:lnL>
                    <a:lnR cap="flat" cmpd="sng" w="9525">
                      <a:solidFill>
                        <a:srgbClr val="001D35"/>
                      </a:solidFill>
                      <a:prstDash val="solid"/>
                      <a:round/>
                      <a:headEnd len="sm" w="sm" type="none"/>
                      <a:tailEnd len="sm" w="sm" type="none"/>
                    </a:lnR>
                    <a:lnT cap="flat" cmpd="sng" w="9525">
                      <a:solidFill>
                        <a:srgbClr val="001D35"/>
                      </a:solidFill>
                      <a:prstDash val="solid"/>
                      <a:round/>
                      <a:headEnd len="sm" w="sm" type="none"/>
                      <a:tailEnd len="sm" w="sm" type="none"/>
                    </a:lnT>
                    <a:lnB cap="flat" cmpd="sng" w="9525">
                      <a:solidFill>
                        <a:srgbClr val="001D35"/>
                      </a:solidFill>
                      <a:prstDash val="solid"/>
                      <a:round/>
                      <a:headEnd len="sm" w="sm" type="none"/>
                      <a:tailEnd len="sm" w="sm" type="none"/>
                    </a:lnB>
                  </a:tcPr>
                </a:tc>
              </a:tr>
              <a:tr h="297700">
                <a:tc>
                  <a:txBody>
                    <a:bodyPr/>
                    <a:lstStyle/>
                    <a:p>
                      <a:pPr indent="0" lvl="0" marL="0" rtl="0" algn="ctr">
                        <a:lnSpc>
                          <a:spcPct val="115000"/>
                        </a:lnSpc>
                        <a:spcBef>
                          <a:spcPts val="0"/>
                        </a:spcBef>
                        <a:spcAft>
                          <a:spcPts val="0"/>
                        </a:spcAft>
                        <a:buNone/>
                      </a:pPr>
                      <a:r>
                        <a:rPr lang="en" sz="1200"/>
                        <a:t>(Intercept)</a:t>
                      </a:r>
                      <a:endParaRPr sz="1200"/>
                    </a:p>
                  </a:txBody>
                  <a:tcPr marT="19050" marB="19050" marR="28575" marL="28575" anchor="b">
                    <a:lnL cap="flat" cmpd="sng" w="9525">
                      <a:solidFill>
                        <a:srgbClr val="001D35"/>
                      </a:solidFill>
                      <a:prstDash val="solid"/>
                      <a:round/>
                      <a:headEnd len="sm" w="sm" type="none"/>
                      <a:tailEnd len="sm" w="sm" type="none"/>
                    </a:lnL>
                    <a:lnR cap="flat" cmpd="sng" w="9525">
                      <a:solidFill>
                        <a:srgbClr val="001D35"/>
                      </a:solidFill>
                      <a:prstDash val="solid"/>
                      <a:round/>
                      <a:headEnd len="sm" w="sm" type="none"/>
                      <a:tailEnd len="sm" w="sm" type="none"/>
                    </a:lnR>
                    <a:lnT cap="flat" cmpd="sng" w="9525">
                      <a:solidFill>
                        <a:srgbClr val="001D35"/>
                      </a:solidFill>
                      <a:prstDash val="solid"/>
                      <a:round/>
                      <a:headEnd len="sm" w="sm" type="none"/>
                      <a:tailEnd len="sm" w="sm" type="none"/>
                    </a:lnT>
                    <a:lnB cap="flat" cmpd="sng" w="9525">
                      <a:solidFill>
                        <a:srgbClr val="001D35"/>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200"/>
                        <a:t>2.70E+116</a:t>
                      </a:r>
                      <a:endParaRPr sz="1200"/>
                    </a:p>
                  </a:txBody>
                  <a:tcPr marT="19050" marB="19050" marR="28575" marL="28575" anchor="b">
                    <a:lnL cap="flat" cmpd="sng" w="9525">
                      <a:solidFill>
                        <a:srgbClr val="001D35"/>
                      </a:solidFill>
                      <a:prstDash val="solid"/>
                      <a:round/>
                      <a:headEnd len="sm" w="sm" type="none"/>
                      <a:tailEnd len="sm" w="sm" type="none"/>
                    </a:lnL>
                    <a:lnR cap="flat" cmpd="sng" w="9525">
                      <a:solidFill>
                        <a:srgbClr val="001D35"/>
                      </a:solidFill>
                      <a:prstDash val="solid"/>
                      <a:round/>
                      <a:headEnd len="sm" w="sm" type="none"/>
                      <a:tailEnd len="sm" w="sm" type="none"/>
                    </a:lnR>
                    <a:lnT cap="flat" cmpd="sng" w="9525">
                      <a:solidFill>
                        <a:srgbClr val="001D35"/>
                      </a:solidFill>
                      <a:prstDash val="solid"/>
                      <a:round/>
                      <a:headEnd len="sm" w="sm" type="none"/>
                      <a:tailEnd len="sm" w="sm" type="none"/>
                    </a:lnT>
                    <a:lnB cap="flat" cmpd="sng" w="9525">
                      <a:solidFill>
                        <a:srgbClr val="001D35"/>
                      </a:solidFill>
                      <a:prstDash val="solid"/>
                      <a:round/>
                      <a:headEnd len="sm" w="sm" type="none"/>
                      <a:tailEnd len="sm" w="sm" type="none"/>
                    </a:lnB>
                  </a:tcPr>
                </a:tc>
              </a:tr>
              <a:tr h="297700">
                <a:tc>
                  <a:txBody>
                    <a:bodyPr/>
                    <a:lstStyle/>
                    <a:p>
                      <a:pPr indent="0" lvl="0" marL="0" rtl="0" algn="ctr">
                        <a:lnSpc>
                          <a:spcPct val="115000"/>
                        </a:lnSpc>
                        <a:spcBef>
                          <a:spcPts val="0"/>
                        </a:spcBef>
                        <a:spcAft>
                          <a:spcPts val="0"/>
                        </a:spcAft>
                        <a:buNone/>
                      </a:pPr>
                      <a:r>
                        <a:rPr lang="en" sz="1200"/>
                        <a:t>LAT</a:t>
                      </a:r>
                      <a:endParaRPr sz="1200"/>
                    </a:p>
                  </a:txBody>
                  <a:tcPr marT="19050" marB="19050" marR="28575" marL="28575" anchor="b">
                    <a:lnL cap="flat" cmpd="sng" w="9525">
                      <a:solidFill>
                        <a:srgbClr val="001D35"/>
                      </a:solidFill>
                      <a:prstDash val="solid"/>
                      <a:round/>
                      <a:headEnd len="sm" w="sm" type="none"/>
                      <a:tailEnd len="sm" w="sm" type="none"/>
                    </a:lnL>
                    <a:lnR cap="flat" cmpd="sng" w="9525">
                      <a:solidFill>
                        <a:srgbClr val="001D35"/>
                      </a:solidFill>
                      <a:prstDash val="solid"/>
                      <a:round/>
                      <a:headEnd len="sm" w="sm" type="none"/>
                      <a:tailEnd len="sm" w="sm" type="none"/>
                    </a:lnR>
                    <a:lnT cap="flat" cmpd="sng" w="9525">
                      <a:solidFill>
                        <a:srgbClr val="001D35"/>
                      </a:solidFill>
                      <a:prstDash val="solid"/>
                      <a:round/>
                      <a:headEnd len="sm" w="sm" type="none"/>
                      <a:tailEnd len="sm" w="sm" type="none"/>
                    </a:lnT>
                    <a:lnB cap="flat" cmpd="sng" w="9525">
                      <a:solidFill>
                        <a:srgbClr val="001D35"/>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200"/>
                        <a:t>1.40E-05</a:t>
                      </a:r>
                      <a:endParaRPr sz="1200"/>
                    </a:p>
                  </a:txBody>
                  <a:tcPr marT="19050" marB="19050" marR="28575" marL="28575" anchor="b">
                    <a:lnL cap="flat" cmpd="sng" w="9525">
                      <a:solidFill>
                        <a:srgbClr val="001D35"/>
                      </a:solidFill>
                      <a:prstDash val="solid"/>
                      <a:round/>
                      <a:headEnd len="sm" w="sm" type="none"/>
                      <a:tailEnd len="sm" w="sm" type="none"/>
                    </a:lnL>
                    <a:lnR cap="flat" cmpd="sng" w="9525">
                      <a:solidFill>
                        <a:srgbClr val="001D35"/>
                      </a:solidFill>
                      <a:prstDash val="solid"/>
                      <a:round/>
                      <a:headEnd len="sm" w="sm" type="none"/>
                      <a:tailEnd len="sm" w="sm" type="none"/>
                    </a:lnR>
                    <a:lnT cap="flat" cmpd="sng" w="9525">
                      <a:solidFill>
                        <a:srgbClr val="001D35"/>
                      </a:solidFill>
                      <a:prstDash val="solid"/>
                      <a:round/>
                      <a:headEnd len="sm" w="sm" type="none"/>
                      <a:tailEnd len="sm" w="sm" type="none"/>
                    </a:lnT>
                    <a:lnB cap="flat" cmpd="sng" w="9525">
                      <a:solidFill>
                        <a:srgbClr val="001D35"/>
                      </a:solidFill>
                      <a:prstDash val="solid"/>
                      <a:round/>
                      <a:headEnd len="sm" w="sm" type="none"/>
                      <a:tailEnd len="sm" w="sm" type="none"/>
                    </a:lnB>
                  </a:tcPr>
                </a:tc>
              </a:tr>
              <a:tr h="297700">
                <a:tc>
                  <a:txBody>
                    <a:bodyPr/>
                    <a:lstStyle/>
                    <a:p>
                      <a:pPr indent="0" lvl="0" marL="0" rtl="0" algn="ctr">
                        <a:lnSpc>
                          <a:spcPct val="115000"/>
                        </a:lnSpc>
                        <a:spcBef>
                          <a:spcPts val="0"/>
                        </a:spcBef>
                        <a:spcAft>
                          <a:spcPts val="0"/>
                        </a:spcAft>
                        <a:buNone/>
                      </a:pPr>
                      <a:r>
                        <a:rPr lang="en" sz="1200"/>
                        <a:t>LON</a:t>
                      </a:r>
                      <a:endParaRPr sz="1200"/>
                    </a:p>
                  </a:txBody>
                  <a:tcPr marT="19050" marB="19050" marR="28575" marL="28575" anchor="b">
                    <a:lnL cap="flat" cmpd="sng" w="9525">
                      <a:solidFill>
                        <a:srgbClr val="001D35"/>
                      </a:solidFill>
                      <a:prstDash val="solid"/>
                      <a:round/>
                      <a:headEnd len="sm" w="sm" type="none"/>
                      <a:tailEnd len="sm" w="sm" type="none"/>
                    </a:lnL>
                    <a:lnR cap="flat" cmpd="sng" w="9525">
                      <a:solidFill>
                        <a:srgbClr val="001D35"/>
                      </a:solidFill>
                      <a:prstDash val="solid"/>
                      <a:round/>
                      <a:headEnd len="sm" w="sm" type="none"/>
                      <a:tailEnd len="sm" w="sm" type="none"/>
                    </a:lnR>
                    <a:lnT cap="flat" cmpd="sng" w="9525">
                      <a:solidFill>
                        <a:srgbClr val="001D35"/>
                      </a:solidFill>
                      <a:prstDash val="solid"/>
                      <a:round/>
                      <a:headEnd len="sm" w="sm" type="none"/>
                      <a:tailEnd len="sm" w="sm" type="none"/>
                    </a:lnT>
                    <a:lnB cap="flat" cmpd="sng" w="9525">
                      <a:solidFill>
                        <a:srgbClr val="001D35"/>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200"/>
                        <a:t>1.07E-01</a:t>
                      </a:r>
                      <a:endParaRPr sz="1200"/>
                    </a:p>
                  </a:txBody>
                  <a:tcPr marT="19050" marB="19050" marR="28575" marL="28575" anchor="b">
                    <a:lnL cap="flat" cmpd="sng" w="9525">
                      <a:solidFill>
                        <a:srgbClr val="001D35"/>
                      </a:solidFill>
                      <a:prstDash val="solid"/>
                      <a:round/>
                      <a:headEnd len="sm" w="sm" type="none"/>
                      <a:tailEnd len="sm" w="sm" type="none"/>
                    </a:lnL>
                    <a:lnR cap="flat" cmpd="sng" w="9525">
                      <a:solidFill>
                        <a:srgbClr val="001D35"/>
                      </a:solidFill>
                      <a:prstDash val="solid"/>
                      <a:round/>
                      <a:headEnd len="sm" w="sm" type="none"/>
                      <a:tailEnd len="sm" w="sm" type="none"/>
                    </a:lnR>
                    <a:lnT cap="flat" cmpd="sng" w="9525">
                      <a:solidFill>
                        <a:srgbClr val="001D35"/>
                      </a:solidFill>
                      <a:prstDash val="solid"/>
                      <a:round/>
                      <a:headEnd len="sm" w="sm" type="none"/>
                      <a:tailEnd len="sm" w="sm" type="none"/>
                    </a:lnT>
                    <a:lnB cap="flat" cmpd="sng" w="9525">
                      <a:solidFill>
                        <a:srgbClr val="001D35"/>
                      </a:solidFill>
                      <a:prstDash val="solid"/>
                      <a:round/>
                      <a:headEnd len="sm" w="sm" type="none"/>
                      <a:tailEnd len="sm" w="sm" type="none"/>
                    </a:lnB>
                  </a:tcPr>
                </a:tc>
              </a:tr>
              <a:tr h="297700">
                <a:tc>
                  <a:txBody>
                    <a:bodyPr/>
                    <a:lstStyle/>
                    <a:p>
                      <a:pPr indent="0" lvl="0" marL="0" rtl="0" algn="ctr">
                        <a:lnSpc>
                          <a:spcPct val="115000"/>
                        </a:lnSpc>
                        <a:spcBef>
                          <a:spcPts val="0"/>
                        </a:spcBef>
                        <a:spcAft>
                          <a:spcPts val="0"/>
                        </a:spcAft>
                        <a:buNone/>
                      </a:pPr>
                      <a:r>
                        <a:rPr lang="en" sz="1200"/>
                        <a:t>Chicago</a:t>
                      </a:r>
                      <a:endParaRPr sz="1200"/>
                    </a:p>
                  </a:txBody>
                  <a:tcPr marT="19050" marB="19050" marR="28575" marL="28575" anchor="b">
                    <a:lnL cap="flat" cmpd="sng" w="9525">
                      <a:solidFill>
                        <a:srgbClr val="001D35"/>
                      </a:solidFill>
                      <a:prstDash val="solid"/>
                      <a:round/>
                      <a:headEnd len="sm" w="sm" type="none"/>
                      <a:tailEnd len="sm" w="sm" type="none"/>
                    </a:lnL>
                    <a:lnR cap="flat" cmpd="sng" w="9525">
                      <a:solidFill>
                        <a:srgbClr val="001D35"/>
                      </a:solidFill>
                      <a:prstDash val="solid"/>
                      <a:round/>
                      <a:headEnd len="sm" w="sm" type="none"/>
                      <a:tailEnd len="sm" w="sm" type="none"/>
                    </a:lnR>
                    <a:lnT cap="flat" cmpd="sng" w="9525">
                      <a:solidFill>
                        <a:srgbClr val="001D35"/>
                      </a:solidFill>
                      <a:prstDash val="solid"/>
                      <a:round/>
                      <a:headEnd len="sm" w="sm" type="none"/>
                      <a:tailEnd len="sm" w="sm" type="none"/>
                    </a:lnT>
                    <a:lnB cap="flat" cmpd="sng" w="9525">
                      <a:solidFill>
                        <a:srgbClr val="001D35"/>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200"/>
                        <a:t>1.41E-19</a:t>
                      </a:r>
                      <a:endParaRPr sz="1200"/>
                    </a:p>
                  </a:txBody>
                  <a:tcPr marT="19050" marB="19050" marR="28575" marL="28575" anchor="b">
                    <a:lnL cap="flat" cmpd="sng" w="9525">
                      <a:solidFill>
                        <a:srgbClr val="001D35"/>
                      </a:solidFill>
                      <a:prstDash val="solid"/>
                      <a:round/>
                      <a:headEnd len="sm" w="sm" type="none"/>
                      <a:tailEnd len="sm" w="sm" type="none"/>
                    </a:lnL>
                    <a:lnR cap="flat" cmpd="sng" w="9525">
                      <a:solidFill>
                        <a:srgbClr val="001D35"/>
                      </a:solidFill>
                      <a:prstDash val="solid"/>
                      <a:round/>
                      <a:headEnd len="sm" w="sm" type="none"/>
                      <a:tailEnd len="sm" w="sm" type="none"/>
                    </a:lnR>
                    <a:lnT cap="flat" cmpd="sng" w="9525">
                      <a:solidFill>
                        <a:srgbClr val="001D35"/>
                      </a:solidFill>
                      <a:prstDash val="solid"/>
                      <a:round/>
                      <a:headEnd len="sm" w="sm" type="none"/>
                      <a:tailEnd len="sm" w="sm" type="none"/>
                    </a:lnT>
                    <a:lnB cap="flat" cmpd="sng" w="9525">
                      <a:solidFill>
                        <a:srgbClr val="001D35"/>
                      </a:solidFill>
                      <a:prstDash val="solid"/>
                      <a:round/>
                      <a:headEnd len="sm" w="sm" type="none"/>
                      <a:tailEnd len="sm" w="sm" type="none"/>
                    </a:lnB>
                  </a:tcPr>
                </a:tc>
              </a:tr>
              <a:tr h="297700">
                <a:tc>
                  <a:txBody>
                    <a:bodyPr/>
                    <a:lstStyle/>
                    <a:p>
                      <a:pPr indent="0" lvl="0" marL="0" rtl="0" algn="ctr">
                        <a:lnSpc>
                          <a:spcPct val="115000"/>
                        </a:lnSpc>
                        <a:spcBef>
                          <a:spcPts val="0"/>
                        </a:spcBef>
                        <a:spcAft>
                          <a:spcPts val="0"/>
                        </a:spcAft>
                        <a:buNone/>
                      </a:pPr>
                      <a:r>
                        <a:rPr lang="en" sz="1200"/>
                        <a:t>Madison</a:t>
                      </a:r>
                      <a:endParaRPr sz="1200"/>
                    </a:p>
                  </a:txBody>
                  <a:tcPr marT="19050" marB="19050" marR="28575" marL="28575" anchor="b">
                    <a:lnL cap="flat" cmpd="sng" w="9525">
                      <a:solidFill>
                        <a:srgbClr val="001D35"/>
                      </a:solidFill>
                      <a:prstDash val="solid"/>
                      <a:round/>
                      <a:headEnd len="sm" w="sm" type="none"/>
                      <a:tailEnd len="sm" w="sm" type="none"/>
                    </a:lnL>
                    <a:lnR cap="flat" cmpd="sng" w="9525">
                      <a:solidFill>
                        <a:srgbClr val="001D35"/>
                      </a:solidFill>
                      <a:prstDash val="solid"/>
                      <a:round/>
                      <a:headEnd len="sm" w="sm" type="none"/>
                      <a:tailEnd len="sm" w="sm" type="none"/>
                    </a:lnR>
                    <a:lnT cap="flat" cmpd="sng" w="9525">
                      <a:solidFill>
                        <a:srgbClr val="001D35"/>
                      </a:solidFill>
                      <a:prstDash val="solid"/>
                      <a:round/>
                      <a:headEnd len="sm" w="sm" type="none"/>
                      <a:tailEnd len="sm" w="sm" type="none"/>
                    </a:lnT>
                    <a:lnB cap="flat" cmpd="sng" w="9525">
                      <a:solidFill>
                        <a:srgbClr val="001D35"/>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200"/>
                        <a:t>3.66E-04</a:t>
                      </a:r>
                      <a:endParaRPr sz="1200"/>
                    </a:p>
                  </a:txBody>
                  <a:tcPr marT="19050" marB="19050" marR="28575" marL="28575" anchor="b">
                    <a:lnL cap="flat" cmpd="sng" w="9525">
                      <a:solidFill>
                        <a:srgbClr val="001D35"/>
                      </a:solidFill>
                      <a:prstDash val="solid"/>
                      <a:round/>
                      <a:headEnd len="sm" w="sm" type="none"/>
                      <a:tailEnd len="sm" w="sm" type="none"/>
                    </a:lnL>
                    <a:lnR cap="flat" cmpd="sng" w="9525">
                      <a:solidFill>
                        <a:srgbClr val="001D35"/>
                      </a:solidFill>
                      <a:prstDash val="solid"/>
                      <a:round/>
                      <a:headEnd len="sm" w="sm" type="none"/>
                      <a:tailEnd len="sm" w="sm" type="none"/>
                    </a:lnR>
                    <a:lnT cap="flat" cmpd="sng" w="9525">
                      <a:solidFill>
                        <a:srgbClr val="001D35"/>
                      </a:solidFill>
                      <a:prstDash val="solid"/>
                      <a:round/>
                      <a:headEnd len="sm" w="sm" type="none"/>
                      <a:tailEnd len="sm" w="sm" type="none"/>
                    </a:lnT>
                    <a:lnB cap="flat" cmpd="sng" w="9525">
                      <a:solidFill>
                        <a:srgbClr val="001D35"/>
                      </a:solidFill>
                      <a:prstDash val="solid"/>
                      <a:round/>
                      <a:headEnd len="sm" w="sm" type="none"/>
                      <a:tailEnd len="sm" w="sm" type="none"/>
                    </a:lnB>
                  </a:tcPr>
                </a:tc>
              </a:tr>
              <a:tr h="297700">
                <a:tc>
                  <a:txBody>
                    <a:bodyPr/>
                    <a:lstStyle/>
                    <a:p>
                      <a:pPr indent="0" lvl="0" marL="0" rtl="0" algn="ctr">
                        <a:lnSpc>
                          <a:spcPct val="115000"/>
                        </a:lnSpc>
                        <a:spcBef>
                          <a:spcPts val="0"/>
                        </a:spcBef>
                        <a:spcAft>
                          <a:spcPts val="0"/>
                        </a:spcAft>
                        <a:buNone/>
                      </a:pPr>
                      <a:r>
                        <a:rPr lang="en" sz="1200"/>
                        <a:t>Milwaukee</a:t>
                      </a:r>
                      <a:endParaRPr sz="1200"/>
                    </a:p>
                  </a:txBody>
                  <a:tcPr marT="19050" marB="19050" marR="28575" marL="28575" anchor="b">
                    <a:lnL cap="flat" cmpd="sng" w="9525">
                      <a:solidFill>
                        <a:srgbClr val="001D35"/>
                      </a:solidFill>
                      <a:prstDash val="solid"/>
                      <a:round/>
                      <a:headEnd len="sm" w="sm" type="none"/>
                      <a:tailEnd len="sm" w="sm" type="none"/>
                    </a:lnL>
                    <a:lnR cap="flat" cmpd="sng" w="9525">
                      <a:solidFill>
                        <a:srgbClr val="001D35"/>
                      </a:solidFill>
                      <a:prstDash val="solid"/>
                      <a:round/>
                      <a:headEnd len="sm" w="sm" type="none"/>
                      <a:tailEnd len="sm" w="sm" type="none"/>
                    </a:lnR>
                    <a:lnT cap="flat" cmpd="sng" w="9525">
                      <a:solidFill>
                        <a:srgbClr val="001D35"/>
                      </a:solidFill>
                      <a:prstDash val="solid"/>
                      <a:round/>
                      <a:headEnd len="sm" w="sm" type="none"/>
                      <a:tailEnd len="sm" w="sm" type="none"/>
                    </a:lnT>
                    <a:lnB cap="flat" cmpd="sng" w="9525">
                      <a:solidFill>
                        <a:srgbClr val="001D35"/>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200"/>
                        <a:t>1.96E-15</a:t>
                      </a:r>
                      <a:endParaRPr sz="1200"/>
                    </a:p>
                  </a:txBody>
                  <a:tcPr marT="19050" marB="19050" marR="28575" marL="28575" anchor="b">
                    <a:lnL cap="flat" cmpd="sng" w="9525">
                      <a:solidFill>
                        <a:srgbClr val="001D35"/>
                      </a:solidFill>
                      <a:prstDash val="solid"/>
                      <a:round/>
                      <a:headEnd len="sm" w="sm" type="none"/>
                      <a:tailEnd len="sm" w="sm" type="none"/>
                    </a:lnL>
                    <a:lnR cap="flat" cmpd="sng" w="9525">
                      <a:solidFill>
                        <a:srgbClr val="001D35"/>
                      </a:solidFill>
                      <a:prstDash val="solid"/>
                      <a:round/>
                      <a:headEnd len="sm" w="sm" type="none"/>
                      <a:tailEnd len="sm" w="sm" type="none"/>
                    </a:lnR>
                    <a:lnT cap="flat" cmpd="sng" w="9525">
                      <a:solidFill>
                        <a:srgbClr val="001D35"/>
                      </a:solidFill>
                      <a:prstDash val="solid"/>
                      <a:round/>
                      <a:headEnd len="sm" w="sm" type="none"/>
                      <a:tailEnd len="sm" w="sm" type="none"/>
                    </a:lnT>
                    <a:lnB cap="flat" cmpd="sng" w="9525">
                      <a:solidFill>
                        <a:srgbClr val="001D35"/>
                      </a:solidFill>
                      <a:prstDash val="solid"/>
                      <a:round/>
                      <a:headEnd len="sm" w="sm" type="none"/>
                      <a:tailEnd len="sm" w="sm" type="none"/>
                    </a:lnB>
                  </a:tcPr>
                </a:tc>
              </a:tr>
              <a:tr h="297700">
                <a:tc>
                  <a:txBody>
                    <a:bodyPr/>
                    <a:lstStyle/>
                    <a:p>
                      <a:pPr indent="0" lvl="0" marL="0" rtl="0" algn="ctr">
                        <a:lnSpc>
                          <a:spcPct val="115000"/>
                        </a:lnSpc>
                        <a:spcBef>
                          <a:spcPts val="0"/>
                        </a:spcBef>
                        <a:spcAft>
                          <a:spcPts val="0"/>
                        </a:spcAft>
                        <a:buNone/>
                      </a:pPr>
                      <a:r>
                        <a:rPr lang="en" sz="1200"/>
                        <a:t>Minneapol</a:t>
                      </a:r>
                      <a:endParaRPr sz="1200"/>
                    </a:p>
                  </a:txBody>
                  <a:tcPr marT="19050" marB="19050" marR="28575" marL="28575" anchor="b">
                    <a:lnL cap="flat" cmpd="sng" w="9525">
                      <a:solidFill>
                        <a:srgbClr val="001D35"/>
                      </a:solidFill>
                      <a:prstDash val="solid"/>
                      <a:round/>
                      <a:headEnd len="sm" w="sm" type="none"/>
                      <a:tailEnd len="sm" w="sm" type="none"/>
                    </a:lnL>
                    <a:lnR cap="flat" cmpd="sng" w="9525">
                      <a:solidFill>
                        <a:srgbClr val="001D35"/>
                      </a:solidFill>
                      <a:prstDash val="solid"/>
                      <a:round/>
                      <a:headEnd len="sm" w="sm" type="none"/>
                      <a:tailEnd len="sm" w="sm" type="none"/>
                    </a:lnR>
                    <a:lnT cap="flat" cmpd="sng" w="9525">
                      <a:solidFill>
                        <a:srgbClr val="001D35"/>
                      </a:solidFill>
                      <a:prstDash val="solid"/>
                      <a:round/>
                      <a:headEnd len="sm" w="sm" type="none"/>
                      <a:tailEnd len="sm" w="sm" type="none"/>
                    </a:lnT>
                    <a:lnB cap="flat" cmpd="sng" w="9525">
                      <a:solidFill>
                        <a:srgbClr val="001D35"/>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200"/>
                        <a:t>7.76E+10</a:t>
                      </a:r>
                      <a:endParaRPr sz="1200"/>
                    </a:p>
                  </a:txBody>
                  <a:tcPr marT="19050" marB="19050" marR="28575" marL="28575" anchor="b">
                    <a:lnL cap="flat" cmpd="sng" w="9525">
                      <a:solidFill>
                        <a:srgbClr val="001D35"/>
                      </a:solidFill>
                      <a:prstDash val="solid"/>
                      <a:round/>
                      <a:headEnd len="sm" w="sm" type="none"/>
                      <a:tailEnd len="sm" w="sm" type="none"/>
                    </a:lnL>
                    <a:lnR cap="flat" cmpd="sng" w="9525">
                      <a:solidFill>
                        <a:srgbClr val="001D35"/>
                      </a:solidFill>
                      <a:prstDash val="solid"/>
                      <a:round/>
                      <a:headEnd len="sm" w="sm" type="none"/>
                      <a:tailEnd len="sm" w="sm" type="none"/>
                    </a:lnR>
                    <a:lnT cap="flat" cmpd="sng" w="9525">
                      <a:solidFill>
                        <a:srgbClr val="001D35"/>
                      </a:solidFill>
                      <a:prstDash val="solid"/>
                      <a:round/>
                      <a:headEnd len="sm" w="sm" type="none"/>
                      <a:tailEnd len="sm" w="sm" type="none"/>
                    </a:lnT>
                    <a:lnB cap="flat" cmpd="sng" w="9525">
                      <a:solidFill>
                        <a:srgbClr val="001D35"/>
                      </a:solidFill>
                      <a:prstDash val="solid"/>
                      <a:round/>
                      <a:headEnd len="sm" w="sm" type="none"/>
                      <a:tailEnd len="sm" w="sm" type="none"/>
                    </a:lnB>
                  </a:tcPr>
                </a:tc>
              </a:tr>
              <a:tr h="297700">
                <a:tc>
                  <a:txBody>
                    <a:bodyPr/>
                    <a:lstStyle/>
                    <a:p>
                      <a:pPr indent="0" lvl="0" marL="0" rtl="0" algn="ctr">
                        <a:lnSpc>
                          <a:spcPct val="115000"/>
                        </a:lnSpc>
                        <a:spcBef>
                          <a:spcPts val="0"/>
                        </a:spcBef>
                        <a:spcAft>
                          <a:spcPts val="0"/>
                        </a:spcAft>
                        <a:buNone/>
                      </a:pPr>
                      <a:r>
                        <a:rPr lang="en" sz="1200"/>
                        <a:t>Portland</a:t>
                      </a:r>
                      <a:endParaRPr sz="1200"/>
                    </a:p>
                  </a:txBody>
                  <a:tcPr marT="19050" marB="19050" marR="28575" marL="28575" anchor="b">
                    <a:lnL cap="flat" cmpd="sng" w="9525">
                      <a:solidFill>
                        <a:srgbClr val="001D35"/>
                      </a:solidFill>
                      <a:prstDash val="solid"/>
                      <a:round/>
                      <a:headEnd len="sm" w="sm" type="none"/>
                      <a:tailEnd len="sm" w="sm" type="none"/>
                    </a:lnL>
                    <a:lnR cap="flat" cmpd="sng" w="9525">
                      <a:solidFill>
                        <a:srgbClr val="001D35"/>
                      </a:solidFill>
                      <a:prstDash val="solid"/>
                      <a:round/>
                      <a:headEnd len="sm" w="sm" type="none"/>
                      <a:tailEnd len="sm" w="sm" type="none"/>
                    </a:lnR>
                    <a:lnT cap="flat" cmpd="sng" w="9525">
                      <a:solidFill>
                        <a:srgbClr val="001D35"/>
                      </a:solidFill>
                      <a:prstDash val="solid"/>
                      <a:round/>
                      <a:headEnd len="sm" w="sm" type="none"/>
                      <a:tailEnd len="sm" w="sm" type="none"/>
                    </a:lnT>
                    <a:lnB cap="flat" cmpd="sng" w="9525">
                      <a:solidFill>
                        <a:srgbClr val="001D35"/>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200"/>
                        <a:t>1.00E+28</a:t>
                      </a:r>
                      <a:endParaRPr sz="1200"/>
                    </a:p>
                  </a:txBody>
                  <a:tcPr marT="19050" marB="19050" marR="28575" marL="28575" anchor="b">
                    <a:lnL cap="flat" cmpd="sng" w="9525">
                      <a:solidFill>
                        <a:srgbClr val="001D35"/>
                      </a:solidFill>
                      <a:prstDash val="solid"/>
                      <a:round/>
                      <a:headEnd len="sm" w="sm" type="none"/>
                      <a:tailEnd len="sm" w="sm" type="none"/>
                    </a:lnL>
                    <a:lnR cap="flat" cmpd="sng" w="9525">
                      <a:solidFill>
                        <a:srgbClr val="001D35"/>
                      </a:solidFill>
                      <a:prstDash val="solid"/>
                      <a:round/>
                      <a:headEnd len="sm" w="sm" type="none"/>
                      <a:tailEnd len="sm" w="sm" type="none"/>
                    </a:lnR>
                    <a:lnT cap="flat" cmpd="sng" w="9525">
                      <a:solidFill>
                        <a:srgbClr val="001D35"/>
                      </a:solidFill>
                      <a:prstDash val="solid"/>
                      <a:round/>
                      <a:headEnd len="sm" w="sm" type="none"/>
                      <a:tailEnd len="sm" w="sm" type="none"/>
                    </a:lnT>
                    <a:lnB cap="flat" cmpd="sng" w="9525">
                      <a:solidFill>
                        <a:srgbClr val="001D35"/>
                      </a:solidFill>
                      <a:prstDash val="solid"/>
                      <a:round/>
                      <a:headEnd len="sm" w="sm" type="none"/>
                      <a:tailEnd len="sm" w="sm" type="none"/>
                    </a:lnB>
                  </a:tcPr>
                </a:tc>
              </a:tr>
              <a:tr h="297700">
                <a:tc>
                  <a:txBody>
                    <a:bodyPr/>
                    <a:lstStyle/>
                    <a:p>
                      <a:pPr indent="0" lvl="0" marL="0" rtl="0" algn="ctr">
                        <a:lnSpc>
                          <a:spcPct val="115000"/>
                        </a:lnSpc>
                        <a:spcBef>
                          <a:spcPts val="0"/>
                        </a:spcBef>
                        <a:spcAft>
                          <a:spcPts val="0"/>
                        </a:spcAft>
                        <a:buNone/>
                      </a:pPr>
                      <a:r>
                        <a:rPr lang="en" sz="1200"/>
                        <a:t>Providence</a:t>
                      </a:r>
                      <a:endParaRPr sz="1200"/>
                    </a:p>
                  </a:txBody>
                  <a:tcPr marT="19050" marB="19050" marR="28575" marL="28575" anchor="b">
                    <a:lnL cap="flat" cmpd="sng" w="9525">
                      <a:solidFill>
                        <a:srgbClr val="001D35"/>
                      </a:solidFill>
                      <a:prstDash val="solid"/>
                      <a:round/>
                      <a:headEnd len="sm" w="sm" type="none"/>
                      <a:tailEnd len="sm" w="sm" type="none"/>
                    </a:lnL>
                    <a:lnR cap="flat" cmpd="sng" w="9525">
                      <a:solidFill>
                        <a:srgbClr val="001D35"/>
                      </a:solidFill>
                      <a:prstDash val="solid"/>
                      <a:round/>
                      <a:headEnd len="sm" w="sm" type="none"/>
                      <a:tailEnd len="sm" w="sm" type="none"/>
                    </a:lnR>
                    <a:lnT cap="flat" cmpd="sng" w="9525">
                      <a:solidFill>
                        <a:srgbClr val="001D35"/>
                      </a:solidFill>
                      <a:prstDash val="solid"/>
                      <a:round/>
                      <a:headEnd len="sm" w="sm" type="none"/>
                      <a:tailEnd len="sm" w="sm" type="none"/>
                    </a:lnT>
                    <a:lnB cap="flat" cmpd="sng" w="9525">
                      <a:solidFill>
                        <a:srgbClr val="001D35"/>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200"/>
                        <a:t>1.92E+15</a:t>
                      </a:r>
                      <a:endParaRPr sz="1200"/>
                    </a:p>
                  </a:txBody>
                  <a:tcPr marT="19050" marB="19050" marR="28575" marL="28575" anchor="b">
                    <a:lnL cap="flat" cmpd="sng" w="9525">
                      <a:solidFill>
                        <a:srgbClr val="001D35"/>
                      </a:solidFill>
                      <a:prstDash val="solid"/>
                      <a:round/>
                      <a:headEnd len="sm" w="sm" type="none"/>
                      <a:tailEnd len="sm" w="sm" type="none"/>
                    </a:lnL>
                    <a:lnR cap="flat" cmpd="sng" w="9525">
                      <a:solidFill>
                        <a:srgbClr val="001D35"/>
                      </a:solidFill>
                      <a:prstDash val="solid"/>
                      <a:round/>
                      <a:headEnd len="sm" w="sm" type="none"/>
                      <a:tailEnd len="sm" w="sm" type="none"/>
                    </a:lnR>
                    <a:lnT cap="flat" cmpd="sng" w="9525">
                      <a:solidFill>
                        <a:srgbClr val="001D35"/>
                      </a:solidFill>
                      <a:prstDash val="solid"/>
                      <a:round/>
                      <a:headEnd len="sm" w="sm" type="none"/>
                      <a:tailEnd len="sm" w="sm" type="none"/>
                    </a:lnT>
                    <a:lnB cap="flat" cmpd="sng" w="9525">
                      <a:solidFill>
                        <a:srgbClr val="001D35"/>
                      </a:solidFill>
                      <a:prstDash val="solid"/>
                      <a:round/>
                      <a:headEnd len="sm" w="sm" type="none"/>
                      <a:tailEnd len="sm" w="sm" type="none"/>
                    </a:lnB>
                  </a:tcPr>
                </a:tc>
              </a:tr>
              <a:tr h="297700">
                <a:tc>
                  <a:txBody>
                    <a:bodyPr/>
                    <a:lstStyle/>
                    <a:p>
                      <a:pPr indent="0" lvl="0" marL="0" rtl="0" algn="ctr">
                        <a:lnSpc>
                          <a:spcPct val="115000"/>
                        </a:lnSpc>
                        <a:spcBef>
                          <a:spcPts val="0"/>
                        </a:spcBef>
                        <a:spcAft>
                          <a:spcPts val="0"/>
                        </a:spcAft>
                        <a:buNone/>
                      </a:pPr>
                      <a:r>
                        <a:rPr lang="en" sz="1200"/>
                        <a:t>Public</a:t>
                      </a:r>
                      <a:endParaRPr sz="1200"/>
                    </a:p>
                  </a:txBody>
                  <a:tcPr marT="19050" marB="19050" marR="28575" marL="28575" anchor="b">
                    <a:lnL cap="flat" cmpd="sng" w="9525">
                      <a:solidFill>
                        <a:srgbClr val="001D35"/>
                      </a:solidFill>
                      <a:prstDash val="solid"/>
                      <a:round/>
                      <a:headEnd len="sm" w="sm" type="none"/>
                      <a:tailEnd len="sm" w="sm" type="none"/>
                    </a:lnL>
                    <a:lnR cap="flat" cmpd="sng" w="9525">
                      <a:solidFill>
                        <a:srgbClr val="001D35"/>
                      </a:solidFill>
                      <a:prstDash val="solid"/>
                      <a:round/>
                      <a:headEnd len="sm" w="sm" type="none"/>
                      <a:tailEnd len="sm" w="sm" type="none"/>
                    </a:lnR>
                    <a:lnT cap="flat" cmpd="sng" w="9525">
                      <a:solidFill>
                        <a:srgbClr val="001D35"/>
                      </a:solidFill>
                      <a:prstDash val="solid"/>
                      <a:round/>
                      <a:headEnd len="sm" w="sm" type="none"/>
                      <a:tailEnd len="sm" w="sm" type="none"/>
                    </a:lnT>
                    <a:lnB cap="flat" cmpd="sng" w="9525">
                      <a:solidFill>
                        <a:srgbClr val="001D35"/>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200"/>
                        <a:t>4.45E-05</a:t>
                      </a:r>
                      <a:endParaRPr sz="1200"/>
                    </a:p>
                  </a:txBody>
                  <a:tcPr marT="19050" marB="19050" marR="28575" marL="28575" anchor="b">
                    <a:lnL cap="flat" cmpd="sng" w="9525">
                      <a:solidFill>
                        <a:srgbClr val="001D35"/>
                      </a:solidFill>
                      <a:prstDash val="solid"/>
                      <a:round/>
                      <a:headEnd len="sm" w="sm" type="none"/>
                      <a:tailEnd len="sm" w="sm" type="none"/>
                    </a:lnL>
                    <a:lnR cap="flat" cmpd="sng" w="9525">
                      <a:solidFill>
                        <a:srgbClr val="001D35"/>
                      </a:solidFill>
                      <a:prstDash val="solid"/>
                      <a:round/>
                      <a:headEnd len="sm" w="sm" type="none"/>
                      <a:tailEnd len="sm" w="sm" type="none"/>
                    </a:lnR>
                    <a:lnT cap="flat" cmpd="sng" w="9525">
                      <a:solidFill>
                        <a:srgbClr val="001D35"/>
                      </a:solidFill>
                      <a:prstDash val="solid"/>
                      <a:round/>
                      <a:headEnd len="sm" w="sm" type="none"/>
                      <a:tailEnd len="sm" w="sm" type="none"/>
                    </a:lnT>
                    <a:lnB cap="flat" cmpd="sng" w="9525">
                      <a:solidFill>
                        <a:srgbClr val="001D35"/>
                      </a:solidFill>
                      <a:prstDash val="solid"/>
                      <a:round/>
                      <a:headEnd len="sm" w="sm" type="none"/>
                      <a:tailEnd len="sm" w="sm" type="none"/>
                    </a:lnB>
                  </a:tcPr>
                </a:tc>
              </a:tr>
            </a:tbl>
          </a:graphicData>
        </a:graphic>
      </p:graphicFrame>
      <p:sp>
        <p:nvSpPr>
          <p:cNvPr id="128" name="Google Shape;128;p23"/>
          <p:cNvSpPr txBox="1"/>
          <p:nvPr/>
        </p:nvSpPr>
        <p:spPr>
          <a:xfrm>
            <a:off x="4622300" y="1275600"/>
            <a:ext cx="3000000" cy="1647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900">
                <a:solidFill>
                  <a:schemeClr val="dk1"/>
                </a:solidFill>
              </a:rPr>
              <a:t>Minneapolis was the city with the highest Odds </a:t>
            </a:r>
            <a:endParaRPr sz="1900">
              <a:solidFill>
                <a:schemeClr val="dk1"/>
              </a:solidFill>
            </a:endParaRPr>
          </a:p>
          <a:p>
            <a:pPr indent="-349250" lvl="0" marL="457200" rtl="0" algn="l">
              <a:spcBef>
                <a:spcPts val="0"/>
              </a:spcBef>
              <a:spcAft>
                <a:spcPts val="0"/>
              </a:spcAft>
              <a:buClr>
                <a:schemeClr val="dk1"/>
              </a:buClr>
              <a:buSzPts val="1900"/>
              <a:buChar char="-"/>
            </a:pPr>
            <a:r>
              <a:rPr lang="en" sz="1900">
                <a:solidFill>
                  <a:schemeClr val="dk1"/>
                </a:solidFill>
              </a:rPr>
              <a:t>B</a:t>
            </a:r>
            <a:r>
              <a:rPr lang="en" sz="1900">
                <a:solidFill>
                  <a:schemeClr val="dk1"/>
                </a:solidFill>
              </a:rPr>
              <a:t>eing in Minneapolis the odds of multiflora are 7.76 times higher</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24"/>
          <p:cNvSpPr txBox="1"/>
          <p:nvPr>
            <p:ph type="title"/>
          </p:nvPr>
        </p:nvSpPr>
        <p:spPr>
          <a:xfrm>
            <a:off x="311700" y="375925"/>
            <a:ext cx="8520600" cy="5727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
              <a:t>Model Results: Logistic Regression WITH CITY</a:t>
            </a:r>
            <a:endParaRPr/>
          </a:p>
        </p:txBody>
      </p:sp>
      <p:graphicFrame>
        <p:nvGraphicFramePr>
          <p:cNvPr id="134" name="Google Shape;134;p24"/>
          <p:cNvGraphicFramePr/>
          <p:nvPr/>
        </p:nvGraphicFramePr>
        <p:xfrm>
          <a:off x="1083925" y="1062525"/>
          <a:ext cx="3000000" cy="3000000"/>
        </p:xfrm>
        <a:graphic>
          <a:graphicData uri="http://schemas.openxmlformats.org/drawingml/2006/table">
            <a:tbl>
              <a:tblPr>
                <a:noFill/>
                <a:tableStyleId>{3F33836A-AF81-4A84-BC72-258D4CD1CACB}</a:tableStyleId>
              </a:tblPr>
              <a:tblGrid>
                <a:gridCol w="2085575"/>
                <a:gridCol w="1133475"/>
              </a:tblGrid>
              <a:tr h="279200">
                <a:tc>
                  <a:txBody>
                    <a:bodyPr/>
                    <a:lstStyle/>
                    <a:p>
                      <a:pPr indent="0" lvl="0" marL="0" rtl="0" algn="ctr">
                        <a:lnSpc>
                          <a:spcPct val="115000"/>
                        </a:lnSpc>
                        <a:spcBef>
                          <a:spcPts val="0"/>
                        </a:spcBef>
                        <a:spcAft>
                          <a:spcPts val="0"/>
                        </a:spcAft>
                        <a:buNone/>
                      </a:pPr>
                      <a:r>
                        <a:rPr b="1" lang="en" sz="1200"/>
                        <a:t>term</a:t>
                      </a:r>
                      <a:endParaRPr b="1" sz="1200"/>
                    </a:p>
                  </a:txBody>
                  <a:tcPr marT="19050" marB="19050" marR="28575" marL="28575" anchor="b">
                    <a:lnL cap="flat" cmpd="sng" w="9525">
                      <a:solidFill>
                        <a:srgbClr val="001D35"/>
                      </a:solidFill>
                      <a:prstDash val="solid"/>
                      <a:round/>
                      <a:headEnd len="sm" w="sm" type="none"/>
                      <a:tailEnd len="sm" w="sm" type="none"/>
                    </a:lnL>
                    <a:lnR cap="flat" cmpd="sng" w="9525">
                      <a:solidFill>
                        <a:srgbClr val="001D35"/>
                      </a:solidFill>
                      <a:prstDash val="solid"/>
                      <a:round/>
                      <a:headEnd len="sm" w="sm" type="none"/>
                      <a:tailEnd len="sm" w="sm" type="none"/>
                    </a:lnR>
                    <a:lnT cap="flat" cmpd="sng" w="9525">
                      <a:solidFill>
                        <a:srgbClr val="001D35"/>
                      </a:solidFill>
                      <a:prstDash val="solid"/>
                      <a:round/>
                      <a:headEnd len="sm" w="sm" type="none"/>
                      <a:tailEnd len="sm" w="sm" type="none"/>
                    </a:lnT>
                    <a:lnB cap="flat" cmpd="sng" w="9525">
                      <a:solidFill>
                        <a:srgbClr val="001D35"/>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200"/>
                        <a:t>Odds</a:t>
                      </a:r>
                      <a:endParaRPr b="1" sz="1200"/>
                    </a:p>
                  </a:txBody>
                  <a:tcPr marT="19050" marB="19050" marR="28575" marL="28575" anchor="b">
                    <a:lnL cap="flat" cmpd="sng" w="9525">
                      <a:solidFill>
                        <a:srgbClr val="001D35"/>
                      </a:solidFill>
                      <a:prstDash val="solid"/>
                      <a:round/>
                      <a:headEnd len="sm" w="sm" type="none"/>
                      <a:tailEnd len="sm" w="sm" type="none"/>
                    </a:lnL>
                    <a:lnR cap="flat" cmpd="sng" w="9525">
                      <a:solidFill>
                        <a:srgbClr val="001D35"/>
                      </a:solidFill>
                      <a:prstDash val="solid"/>
                      <a:round/>
                      <a:headEnd len="sm" w="sm" type="none"/>
                      <a:tailEnd len="sm" w="sm" type="none"/>
                    </a:lnR>
                    <a:lnT cap="flat" cmpd="sng" w="9525">
                      <a:solidFill>
                        <a:srgbClr val="001D35"/>
                      </a:solidFill>
                      <a:prstDash val="solid"/>
                      <a:round/>
                      <a:headEnd len="sm" w="sm" type="none"/>
                      <a:tailEnd len="sm" w="sm" type="none"/>
                    </a:lnT>
                    <a:lnB cap="flat" cmpd="sng" w="9525">
                      <a:solidFill>
                        <a:srgbClr val="001D35"/>
                      </a:solidFill>
                      <a:prstDash val="solid"/>
                      <a:round/>
                      <a:headEnd len="sm" w="sm" type="none"/>
                      <a:tailEnd len="sm" w="sm" type="none"/>
                    </a:lnB>
                  </a:tcPr>
                </a:tc>
              </a:tr>
              <a:tr h="279200">
                <a:tc>
                  <a:txBody>
                    <a:bodyPr/>
                    <a:lstStyle/>
                    <a:p>
                      <a:pPr indent="0" lvl="0" marL="0" rtl="0" algn="ctr">
                        <a:lnSpc>
                          <a:spcPct val="115000"/>
                        </a:lnSpc>
                        <a:spcBef>
                          <a:spcPts val="0"/>
                        </a:spcBef>
                        <a:spcAft>
                          <a:spcPts val="0"/>
                        </a:spcAft>
                        <a:buNone/>
                      </a:pPr>
                      <a:r>
                        <a:rPr lang="en" sz="1200"/>
                        <a:t>weighted_tree_cover</a:t>
                      </a:r>
                      <a:endParaRPr sz="1200"/>
                    </a:p>
                  </a:txBody>
                  <a:tcPr marT="19050" marB="19050" marR="28575" marL="28575" anchor="b">
                    <a:lnL cap="flat" cmpd="sng" w="9525">
                      <a:solidFill>
                        <a:srgbClr val="001D35"/>
                      </a:solidFill>
                      <a:prstDash val="solid"/>
                      <a:round/>
                      <a:headEnd len="sm" w="sm" type="none"/>
                      <a:tailEnd len="sm" w="sm" type="none"/>
                    </a:lnL>
                    <a:lnR cap="flat" cmpd="sng" w="9525">
                      <a:solidFill>
                        <a:srgbClr val="001D35"/>
                      </a:solidFill>
                      <a:prstDash val="solid"/>
                      <a:round/>
                      <a:headEnd len="sm" w="sm" type="none"/>
                      <a:tailEnd len="sm" w="sm" type="none"/>
                    </a:lnR>
                    <a:lnT cap="flat" cmpd="sng" w="9525">
                      <a:solidFill>
                        <a:srgbClr val="001D35"/>
                      </a:solidFill>
                      <a:prstDash val="solid"/>
                      <a:round/>
                      <a:headEnd len="sm" w="sm" type="none"/>
                      <a:tailEnd len="sm" w="sm" type="none"/>
                    </a:lnT>
                    <a:lnB cap="flat" cmpd="sng" w="9525">
                      <a:solidFill>
                        <a:srgbClr val="001D35"/>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200"/>
                        <a:t>1.19E+05</a:t>
                      </a:r>
                      <a:endParaRPr sz="1200"/>
                    </a:p>
                  </a:txBody>
                  <a:tcPr marT="19050" marB="19050" marR="28575" marL="28575" anchor="b">
                    <a:lnL cap="flat" cmpd="sng" w="9525">
                      <a:solidFill>
                        <a:srgbClr val="001D35"/>
                      </a:solidFill>
                      <a:prstDash val="solid"/>
                      <a:round/>
                      <a:headEnd len="sm" w="sm" type="none"/>
                      <a:tailEnd len="sm" w="sm" type="none"/>
                    </a:lnL>
                    <a:lnR cap="flat" cmpd="sng" w="9525">
                      <a:solidFill>
                        <a:srgbClr val="001D35"/>
                      </a:solidFill>
                      <a:prstDash val="solid"/>
                      <a:round/>
                      <a:headEnd len="sm" w="sm" type="none"/>
                      <a:tailEnd len="sm" w="sm" type="none"/>
                    </a:lnR>
                    <a:lnT cap="flat" cmpd="sng" w="9525">
                      <a:solidFill>
                        <a:srgbClr val="001D35"/>
                      </a:solidFill>
                      <a:prstDash val="solid"/>
                      <a:round/>
                      <a:headEnd len="sm" w="sm" type="none"/>
                      <a:tailEnd len="sm" w="sm" type="none"/>
                    </a:lnT>
                    <a:lnB cap="flat" cmpd="sng" w="9525">
                      <a:solidFill>
                        <a:srgbClr val="001D35"/>
                      </a:solidFill>
                      <a:prstDash val="solid"/>
                      <a:round/>
                      <a:headEnd len="sm" w="sm" type="none"/>
                      <a:tailEnd len="sm" w="sm" type="none"/>
                    </a:lnB>
                  </a:tcPr>
                </a:tc>
              </a:tr>
              <a:tr h="279200">
                <a:tc>
                  <a:txBody>
                    <a:bodyPr/>
                    <a:lstStyle/>
                    <a:p>
                      <a:pPr indent="0" lvl="0" marL="0" rtl="0" algn="ctr">
                        <a:lnSpc>
                          <a:spcPct val="115000"/>
                        </a:lnSpc>
                        <a:spcBef>
                          <a:spcPts val="0"/>
                        </a:spcBef>
                        <a:spcAft>
                          <a:spcPts val="0"/>
                        </a:spcAft>
                        <a:buNone/>
                      </a:pPr>
                      <a:r>
                        <a:rPr lang="en" sz="1200"/>
                        <a:t>weighted_shrub_cover</a:t>
                      </a:r>
                      <a:endParaRPr sz="1200"/>
                    </a:p>
                  </a:txBody>
                  <a:tcPr marT="19050" marB="19050" marR="28575" marL="28575" anchor="b">
                    <a:lnL cap="flat" cmpd="sng" w="9525">
                      <a:solidFill>
                        <a:srgbClr val="001D35"/>
                      </a:solidFill>
                      <a:prstDash val="solid"/>
                      <a:round/>
                      <a:headEnd len="sm" w="sm" type="none"/>
                      <a:tailEnd len="sm" w="sm" type="none"/>
                    </a:lnL>
                    <a:lnR cap="flat" cmpd="sng" w="9525">
                      <a:solidFill>
                        <a:srgbClr val="001D35"/>
                      </a:solidFill>
                      <a:prstDash val="solid"/>
                      <a:round/>
                      <a:headEnd len="sm" w="sm" type="none"/>
                      <a:tailEnd len="sm" w="sm" type="none"/>
                    </a:lnR>
                    <a:lnT cap="flat" cmpd="sng" w="9525">
                      <a:solidFill>
                        <a:srgbClr val="001D35"/>
                      </a:solidFill>
                      <a:prstDash val="solid"/>
                      <a:round/>
                      <a:headEnd len="sm" w="sm" type="none"/>
                      <a:tailEnd len="sm" w="sm" type="none"/>
                    </a:lnT>
                    <a:lnB cap="flat" cmpd="sng" w="9525">
                      <a:solidFill>
                        <a:srgbClr val="001D35"/>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200"/>
                        <a:t>9.69E+00</a:t>
                      </a:r>
                      <a:endParaRPr sz="1200"/>
                    </a:p>
                  </a:txBody>
                  <a:tcPr marT="19050" marB="19050" marR="28575" marL="28575" anchor="b">
                    <a:lnL cap="flat" cmpd="sng" w="9525">
                      <a:solidFill>
                        <a:srgbClr val="001D35"/>
                      </a:solidFill>
                      <a:prstDash val="solid"/>
                      <a:round/>
                      <a:headEnd len="sm" w="sm" type="none"/>
                      <a:tailEnd len="sm" w="sm" type="none"/>
                    </a:lnL>
                    <a:lnR cap="flat" cmpd="sng" w="9525">
                      <a:solidFill>
                        <a:srgbClr val="001D35"/>
                      </a:solidFill>
                      <a:prstDash val="solid"/>
                      <a:round/>
                      <a:headEnd len="sm" w="sm" type="none"/>
                      <a:tailEnd len="sm" w="sm" type="none"/>
                    </a:lnR>
                    <a:lnT cap="flat" cmpd="sng" w="9525">
                      <a:solidFill>
                        <a:srgbClr val="001D35"/>
                      </a:solidFill>
                      <a:prstDash val="solid"/>
                      <a:round/>
                      <a:headEnd len="sm" w="sm" type="none"/>
                      <a:tailEnd len="sm" w="sm" type="none"/>
                    </a:lnT>
                    <a:lnB cap="flat" cmpd="sng" w="9525">
                      <a:solidFill>
                        <a:srgbClr val="001D35"/>
                      </a:solidFill>
                      <a:prstDash val="solid"/>
                      <a:round/>
                      <a:headEnd len="sm" w="sm" type="none"/>
                      <a:tailEnd len="sm" w="sm" type="none"/>
                    </a:lnB>
                  </a:tcPr>
                </a:tc>
              </a:tr>
              <a:tr h="279200">
                <a:tc>
                  <a:txBody>
                    <a:bodyPr/>
                    <a:lstStyle/>
                    <a:p>
                      <a:pPr indent="0" lvl="0" marL="0" rtl="0" algn="ctr">
                        <a:lnSpc>
                          <a:spcPct val="115000"/>
                        </a:lnSpc>
                        <a:spcBef>
                          <a:spcPts val="0"/>
                        </a:spcBef>
                        <a:spcAft>
                          <a:spcPts val="0"/>
                        </a:spcAft>
                        <a:buNone/>
                      </a:pPr>
                      <a:r>
                        <a:rPr lang="en" sz="1200"/>
                        <a:t>Maintained</a:t>
                      </a:r>
                      <a:r>
                        <a:rPr lang="en" sz="1200"/>
                        <a:t> area</a:t>
                      </a:r>
                      <a:endParaRPr sz="1200"/>
                    </a:p>
                  </a:txBody>
                  <a:tcPr marT="19050" marB="19050" marR="28575" marL="28575" anchor="b">
                    <a:lnL cap="flat" cmpd="sng" w="9525">
                      <a:solidFill>
                        <a:srgbClr val="001D35"/>
                      </a:solidFill>
                      <a:prstDash val="solid"/>
                      <a:round/>
                      <a:headEnd len="sm" w="sm" type="none"/>
                      <a:tailEnd len="sm" w="sm" type="none"/>
                    </a:lnL>
                    <a:lnR cap="flat" cmpd="sng" w="9525">
                      <a:solidFill>
                        <a:srgbClr val="001D35"/>
                      </a:solidFill>
                      <a:prstDash val="solid"/>
                      <a:round/>
                      <a:headEnd len="sm" w="sm" type="none"/>
                      <a:tailEnd len="sm" w="sm" type="none"/>
                    </a:lnR>
                    <a:lnT cap="flat" cmpd="sng" w="9525">
                      <a:solidFill>
                        <a:srgbClr val="001D35"/>
                      </a:solidFill>
                      <a:prstDash val="solid"/>
                      <a:round/>
                      <a:headEnd len="sm" w="sm" type="none"/>
                      <a:tailEnd len="sm" w="sm" type="none"/>
                    </a:lnT>
                    <a:lnB cap="flat" cmpd="sng" w="9525">
                      <a:solidFill>
                        <a:srgbClr val="001D35"/>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200"/>
                        <a:t>5.25E-01</a:t>
                      </a:r>
                      <a:endParaRPr sz="1200"/>
                    </a:p>
                  </a:txBody>
                  <a:tcPr marT="19050" marB="19050" marR="28575" marL="28575" anchor="b">
                    <a:lnL cap="flat" cmpd="sng" w="9525">
                      <a:solidFill>
                        <a:srgbClr val="001D35"/>
                      </a:solidFill>
                      <a:prstDash val="solid"/>
                      <a:round/>
                      <a:headEnd len="sm" w="sm" type="none"/>
                      <a:tailEnd len="sm" w="sm" type="none"/>
                    </a:lnL>
                    <a:lnR cap="flat" cmpd="sng" w="9525">
                      <a:solidFill>
                        <a:srgbClr val="001D35"/>
                      </a:solidFill>
                      <a:prstDash val="solid"/>
                      <a:round/>
                      <a:headEnd len="sm" w="sm" type="none"/>
                      <a:tailEnd len="sm" w="sm" type="none"/>
                    </a:lnR>
                    <a:lnT cap="flat" cmpd="sng" w="9525">
                      <a:solidFill>
                        <a:srgbClr val="001D35"/>
                      </a:solidFill>
                      <a:prstDash val="solid"/>
                      <a:round/>
                      <a:headEnd len="sm" w="sm" type="none"/>
                      <a:tailEnd len="sm" w="sm" type="none"/>
                    </a:lnT>
                    <a:lnB cap="flat" cmpd="sng" w="9525">
                      <a:solidFill>
                        <a:srgbClr val="001D35"/>
                      </a:solidFill>
                      <a:prstDash val="solid"/>
                      <a:round/>
                      <a:headEnd len="sm" w="sm" type="none"/>
                      <a:tailEnd len="sm" w="sm" type="none"/>
                    </a:lnB>
                  </a:tcPr>
                </a:tc>
              </a:tr>
              <a:tr h="515475">
                <a:tc>
                  <a:txBody>
                    <a:bodyPr/>
                    <a:lstStyle/>
                    <a:p>
                      <a:pPr indent="0" lvl="0" marL="0" rtl="0" algn="ctr">
                        <a:lnSpc>
                          <a:spcPct val="115000"/>
                        </a:lnSpc>
                        <a:spcBef>
                          <a:spcPts val="0"/>
                        </a:spcBef>
                        <a:spcAft>
                          <a:spcPts val="0"/>
                        </a:spcAft>
                        <a:buNone/>
                      </a:pPr>
                      <a:r>
                        <a:rPr lang="en" sz="1200"/>
                        <a:t>FIA_LANDUSECommercial</a:t>
                      </a:r>
                      <a:endParaRPr sz="1200"/>
                    </a:p>
                  </a:txBody>
                  <a:tcPr marT="19050" marB="19050" marR="28575" marL="28575" anchor="b">
                    <a:lnL cap="flat" cmpd="sng" w="9525">
                      <a:solidFill>
                        <a:srgbClr val="001D35"/>
                      </a:solidFill>
                      <a:prstDash val="solid"/>
                      <a:round/>
                      <a:headEnd len="sm" w="sm" type="none"/>
                      <a:tailEnd len="sm" w="sm" type="none"/>
                    </a:lnL>
                    <a:lnR cap="flat" cmpd="sng" w="9525">
                      <a:solidFill>
                        <a:srgbClr val="001D35"/>
                      </a:solidFill>
                      <a:prstDash val="solid"/>
                      <a:round/>
                      <a:headEnd len="sm" w="sm" type="none"/>
                      <a:tailEnd len="sm" w="sm" type="none"/>
                    </a:lnR>
                    <a:lnT cap="flat" cmpd="sng" w="9525">
                      <a:solidFill>
                        <a:srgbClr val="001D35"/>
                      </a:solidFill>
                      <a:prstDash val="solid"/>
                      <a:round/>
                      <a:headEnd len="sm" w="sm" type="none"/>
                      <a:tailEnd len="sm" w="sm" type="none"/>
                    </a:lnT>
                    <a:lnB cap="flat" cmpd="sng" w="9525">
                      <a:solidFill>
                        <a:srgbClr val="001D35"/>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200"/>
                        <a:t>2.26E-02</a:t>
                      </a:r>
                      <a:endParaRPr sz="1200"/>
                    </a:p>
                  </a:txBody>
                  <a:tcPr marT="19050" marB="19050" marR="28575" marL="28575" anchor="b">
                    <a:lnL cap="flat" cmpd="sng" w="9525">
                      <a:solidFill>
                        <a:srgbClr val="001D35"/>
                      </a:solidFill>
                      <a:prstDash val="solid"/>
                      <a:round/>
                      <a:headEnd len="sm" w="sm" type="none"/>
                      <a:tailEnd len="sm" w="sm" type="none"/>
                    </a:lnL>
                    <a:lnR cap="flat" cmpd="sng" w="9525">
                      <a:solidFill>
                        <a:srgbClr val="001D35"/>
                      </a:solidFill>
                      <a:prstDash val="solid"/>
                      <a:round/>
                      <a:headEnd len="sm" w="sm" type="none"/>
                      <a:tailEnd len="sm" w="sm" type="none"/>
                    </a:lnR>
                    <a:lnT cap="flat" cmpd="sng" w="9525">
                      <a:solidFill>
                        <a:srgbClr val="001D35"/>
                      </a:solidFill>
                      <a:prstDash val="solid"/>
                      <a:round/>
                      <a:headEnd len="sm" w="sm" type="none"/>
                      <a:tailEnd len="sm" w="sm" type="none"/>
                    </a:lnT>
                    <a:lnB cap="flat" cmpd="sng" w="9525">
                      <a:solidFill>
                        <a:srgbClr val="001D35"/>
                      </a:solidFill>
                      <a:prstDash val="solid"/>
                      <a:round/>
                      <a:headEnd len="sm" w="sm" type="none"/>
                      <a:tailEnd len="sm" w="sm" type="none"/>
                    </a:lnB>
                  </a:tcPr>
                </a:tc>
              </a:tr>
              <a:tr h="515475">
                <a:tc>
                  <a:txBody>
                    <a:bodyPr/>
                    <a:lstStyle/>
                    <a:p>
                      <a:pPr indent="0" lvl="0" marL="0" rtl="0" algn="ctr">
                        <a:lnSpc>
                          <a:spcPct val="115000"/>
                        </a:lnSpc>
                        <a:spcBef>
                          <a:spcPts val="0"/>
                        </a:spcBef>
                        <a:spcAft>
                          <a:spcPts val="0"/>
                        </a:spcAft>
                        <a:buNone/>
                      </a:pPr>
                      <a:r>
                        <a:rPr lang="en" sz="1200"/>
                        <a:t>FIA_LANDUSEForest Land</a:t>
                      </a:r>
                      <a:endParaRPr sz="1200"/>
                    </a:p>
                  </a:txBody>
                  <a:tcPr marT="19050" marB="19050" marR="28575" marL="28575" anchor="b">
                    <a:lnL cap="flat" cmpd="sng" w="9525">
                      <a:solidFill>
                        <a:srgbClr val="001D35"/>
                      </a:solidFill>
                      <a:prstDash val="solid"/>
                      <a:round/>
                      <a:headEnd len="sm" w="sm" type="none"/>
                      <a:tailEnd len="sm" w="sm" type="none"/>
                    </a:lnL>
                    <a:lnR cap="flat" cmpd="sng" w="9525">
                      <a:solidFill>
                        <a:srgbClr val="001D35"/>
                      </a:solidFill>
                      <a:prstDash val="solid"/>
                      <a:round/>
                      <a:headEnd len="sm" w="sm" type="none"/>
                      <a:tailEnd len="sm" w="sm" type="none"/>
                    </a:lnR>
                    <a:lnT cap="flat" cmpd="sng" w="9525">
                      <a:solidFill>
                        <a:srgbClr val="001D35"/>
                      </a:solidFill>
                      <a:prstDash val="solid"/>
                      <a:round/>
                      <a:headEnd len="sm" w="sm" type="none"/>
                      <a:tailEnd len="sm" w="sm" type="none"/>
                    </a:lnT>
                    <a:lnB cap="flat" cmpd="sng" w="9525">
                      <a:solidFill>
                        <a:srgbClr val="001D35"/>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200"/>
                        <a:t>2.21E+02</a:t>
                      </a:r>
                      <a:endParaRPr sz="1200"/>
                    </a:p>
                  </a:txBody>
                  <a:tcPr marT="19050" marB="19050" marR="28575" marL="28575" anchor="b">
                    <a:lnL cap="flat" cmpd="sng" w="9525">
                      <a:solidFill>
                        <a:srgbClr val="001D35"/>
                      </a:solidFill>
                      <a:prstDash val="solid"/>
                      <a:round/>
                      <a:headEnd len="sm" w="sm" type="none"/>
                      <a:tailEnd len="sm" w="sm" type="none"/>
                    </a:lnL>
                    <a:lnR cap="flat" cmpd="sng" w="9525">
                      <a:solidFill>
                        <a:srgbClr val="001D35"/>
                      </a:solidFill>
                      <a:prstDash val="solid"/>
                      <a:round/>
                      <a:headEnd len="sm" w="sm" type="none"/>
                      <a:tailEnd len="sm" w="sm" type="none"/>
                    </a:lnR>
                    <a:lnT cap="flat" cmpd="sng" w="9525">
                      <a:solidFill>
                        <a:srgbClr val="001D35"/>
                      </a:solidFill>
                      <a:prstDash val="solid"/>
                      <a:round/>
                      <a:headEnd len="sm" w="sm" type="none"/>
                      <a:tailEnd len="sm" w="sm" type="none"/>
                    </a:lnT>
                    <a:lnB cap="flat" cmpd="sng" w="9525">
                      <a:solidFill>
                        <a:srgbClr val="001D35"/>
                      </a:solidFill>
                      <a:prstDash val="solid"/>
                      <a:round/>
                      <a:headEnd len="sm" w="sm" type="none"/>
                      <a:tailEnd len="sm" w="sm" type="none"/>
                    </a:lnB>
                  </a:tcPr>
                </a:tc>
              </a:tr>
              <a:tr h="515475">
                <a:tc>
                  <a:txBody>
                    <a:bodyPr/>
                    <a:lstStyle/>
                    <a:p>
                      <a:pPr indent="0" lvl="0" marL="0" rtl="0" algn="ctr">
                        <a:lnSpc>
                          <a:spcPct val="115000"/>
                        </a:lnSpc>
                        <a:spcBef>
                          <a:spcPts val="0"/>
                        </a:spcBef>
                        <a:spcAft>
                          <a:spcPts val="0"/>
                        </a:spcAft>
                        <a:buNone/>
                      </a:pPr>
                      <a:r>
                        <a:rPr lang="en" sz="1200"/>
                        <a:t>FIA_LANDUSERecreational</a:t>
                      </a:r>
                      <a:endParaRPr sz="1200"/>
                    </a:p>
                  </a:txBody>
                  <a:tcPr marT="19050" marB="19050" marR="28575" marL="28575" anchor="b">
                    <a:lnL cap="flat" cmpd="sng" w="9525">
                      <a:solidFill>
                        <a:srgbClr val="001D35"/>
                      </a:solidFill>
                      <a:prstDash val="solid"/>
                      <a:round/>
                      <a:headEnd len="sm" w="sm" type="none"/>
                      <a:tailEnd len="sm" w="sm" type="none"/>
                    </a:lnL>
                    <a:lnR cap="flat" cmpd="sng" w="9525">
                      <a:solidFill>
                        <a:srgbClr val="001D35"/>
                      </a:solidFill>
                      <a:prstDash val="solid"/>
                      <a:round/>
                      <a:headEnd len="sm" w="sm" type="none"/>
                      <a:tailEnd len="sm" w="sm" type="none"/>
                    </a:lnR>
                    <a:lnT cap="flat" cmpd="sng" w="9525">
                      <a:solidFill>
                        <a:srgbClr val="001D35"/>
                      </a:solidFill>
                      <a:prstDash val="solid"/>
                      <a:round/>
                      <a:headEnd len="sm" w="sm" type="none"/>
                      <a:tailEnd len="sm" w="sm" type="none"/>
                    </a:lnT>
                    <a:lnB cap="flat" cmpd="sng" w="9525">
                      <a:solidFill>
                        <a:srgbClr val="001D35"/>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200"/>
                        <a:t>3.66E+11</a:t>
                      </a:r>
                      <a:endParaRPr sz="1200"/>
                    </a:p>
                  </a:txBody>
                  <a:tcPr marT="19050" marB="19050" marR="28575" marL="28575" anchor="b">
                    <a:lnL cap="flat" cmpd="sng" w="9525">
                      <a:solidFill>
                        <a:srgbClr val="001D35"/>
                      </a:solidFill>
                      <a:prstDash val="solid"/>
                      <a:round/>
                      <a:headEnd len="sm" w="sm" type="none"/>
                      <a:tailEnd len="sm" w="sm" type="none"/>
                    </a:lnL>
                    <a:lnR cap="flat" cmpd="sng" w="9525">
                      <a:solidFill>
                        <a:srgbClr val="001D35"/>
                      </a:solidFill>
                      <a:prstDash val="solid"/>
                      <a:round/>
                      <a:headEnd len="sm" w="sm" type="none"/>
                      <a:tailEnd len="sm" w="sm" type="none"/>
                    </a:lnR>
                    <a:lnT cap="flat" cmpd="sng" w="9525">
                      <a:solidFill>
                        <a:srgbClr val="001D35"/>
                      </a:solidFill>
                      <a:prstDash val="solid"/>
                      <a:round/>
                      <a:headEnd len="sm" w="sm" type="none"/>
                      <a:tailEnd len="sm" w="sm" type="none"/>
                    </a:lnT>
                    <a:lnB cap="flat" cmpd="sng" w="9525">
                      <a:solidFill>
                        <a:srgbClr val="001D35"/>
                      </a:solidFill>
                      <a:prstDash val="solid"/>
                      <a:round/>
                      <a:headEnd len="sm" w="sm" type="none"/>
                      <a:tailEnd len="sm" w="sm" type="none"/>
                    </a:lnB>
                  </a:tcPr>
                </a:tc>
              </a:tr>
              <a:tr h="515475">
                <a:tc>
                  <a:txBody>
                    <a:bodyPr/>
                    <a:lstStyle/>
                    <a:p>
                      <a:pPr indent="0" lvl="0" marL="0" rtl="0" algn="ctr">
                        <a:lnSpc>
                          <a:spcPct val="115000"/>
                        </a:lnSpc>
                        <a:spcBef>
                          <a:spcPts val="0"/>
                        </a:spcBef>
                        <a:spcAft>
                          <a:spcPts val="0"/>
                        </a:spcAft>
                        <a:buNone/>
                      </a:pPr>
                      <a:r>
                        <a:rPr lang="en" sz="1200"/>
                        <a:t>FIA_LANDUSEResidential</a:t>
                      </a:r>
                      <a:endParaRPr sz="1200"/>
                    </a:p>
                  </a:txBody>
                  <a:tcPr marT="19050" marB="19050" marR="28575" marL="28575" anchor="b">
                    <a:lnL cap="flat" cmpd="sng" w="9525">
                      <a:solidFill>
                        <a:srgbClr val="001D35"/>
                      </a:solidFill>
                      <a:prstDash val="solid"/>
                      <a:round/>
                      <a:headEnd len="sm" w="sm" type="none"/>
                      <a:tailEnd len="sm" w="sm" type="none"/>
                    </a:lnL>
                    <a:lnR cap="flat" cmpd="sng" w="9525">
                      <a:solidFill>
                        <a:srgbClr val="001D35"/>
                      </a:solidFill>
                      <a:prstDash val="solid"/>
                      <a:round/>
                      <a:headEnd len="sm" w="sm" type="none"/>
                      <a:tailEnd len="sm" w="sm" type="none"/>
                    </a:lnR>
                    <a:lnT cap="flat" cmpd="sng" w="9525">
                      <a:solidFill>
                        <a:srgbClr val="001D35"/>
                      </a:solidFill>
                      <a:prstDash val="solid"/>
                      <a:round/>
                      <a:headEnd len="sm" w="sm" type="none"/>
                      <a:tailEnd len="sm" w="sm" type="none"/>
                    </a:lnT>
                    <a:lnB cap="flat" cmpd="sng" w="9525">
                      <a:solidFill>
                        <a:srgbClr val="001D35"/>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200"/>
                        <a:t>6.53E-02</a:t>
                      </a:r>
                      <a:endParaRPr sz="1200"/>
                    </a:p>
                  </a:txBody>
                  <a:tcPr marT="19050" marB="19050" marR="28575" marL="28575" anchor="b">
                    <a:lnL cap="flat" cmpd="sng" w="9525">
                      <a:solidFill>
                        <a:srgbClr val="001D35"/>
                      </a:solidFill>
                      <a:prstDash val="solid"/>
                      <a:round/>
                      <a:headEnd len="sm" w="sm" type="none"/>
                      <a:tailEnd len="sm" w="sm" type="none"/>
                    </a:lnL>
                    <a:lnR cap="flat" cmpd="sng" w="9525">
                      <a:solidFill>
                        <a:srgbClr val="001D35"/>
                      </a:solidFill>
                      <a:prstDash val="solid"/>
                      <a:round/>
                      <a:headEnd len="sm" w="sm" type="none"/>
                      <a:tailEnd len="sm" w="sm" type="none"/>
                    </a:lnR>
                    <a:lnT cap="flat" cmpd="sng" w="9525">
                      <a:solidFill>
                        <a:srgbClr val="001D35"/>
                      </a:solidFill>
                      <a:prstDash val="solid"/>
                      <a:round/>
                      <a:headEnd len="sm" w="sm" type="none"/>
                      <a:tailEnd len="sm" w="sm" type="none"/>
                    </a:lnT>
                    <a:lnB cap="flat" cmpd="sng" w="9525">
                      <a:solidFill>
                        <a:srgbClr val="001D35"/>
                      </a:solidFill>
                      <a:prstDash val="solid"/>
                      <a:round/>
                      <a:headEnd len="sm" w="sm" type="none"/>
                      <a:tailEnd len="sm" w="sm" type="none"/>
                    </a:lnB>
                  </a:tcPr>
                </a:tc>
              </a:tr>
              <a:tr h="515475">
                <a:tc>
                  <a:txBody>
                    <a:bodyPr/>
                    <a:lstStyle/>
                    <a:p>
                      <a:pPr indent="0" lvl="0" marL="0" rtl="0" algn="ctr">
                        <a:lnSpc>
                          <a:spcPct val="115000"/>
                        </a:lnSpc>
                        <a:spcBef>
                          <a:spcPts val="0"/>
                        </a:spcBef>
                        <a:spcAft>
                          <a:spcPts val="0"/>
                        </a:spcAft>
                        <a:buNone/>
                      </a:pPr>
                      <a:r>
                        <a:rPr lang="en" sz="1200"/>
                        <a:t>FIA_LANDUSETransportation</a:t>
                      </a:r>
                      <a:endParaRPr sz="1200"/>
                    </a:p>
                  </a:txBody>
                  <a:tcPr marT="19050" marB="19050" marR="28575" marL="28575" anchor="b">
                    <a:lnL cap="flat" cmpd="sng" w="9525">
                      <a:solidFill>
                        <a:srgbClr val="001D35"/>
                      </a:solidFill>
                      <a:prstDash val="solid"/>
                      <a:round/>
                      <a:headEnd len="sm" w="sm" type="none"/>
                      <a:tailEnd len="sm" w="sm" type="none"/>
                    </a:lnL>
                    <a:lnR cap="flat" cmpd="sng" w="9525">
                      <a:solidFill>
                        <a:srgbClr val="001D35"/>
                      </a:solidFill>
                      <a:prstDash val="solid"/>
                      <a:round/>
                      <a:headEnd len="sm" w="sm" type="none"/>
                      <a:tailEnd len="sm" w="sm" type="none"/>
                    </a:lnR>
                    <a:lnT cap="flat" cmpd="sng" w="9525">
                      <a:solidFill>
                        <a:srgbClr val="001D35"/>
                      </a:solidFill>
                      <a:prstDash val="solid"/>
                      <a:round/>
                      <a:headEnd len="sm" w="sm" type="none"/>
                      <a:tailEnd len="sm" w="sm" type="none"/>
                    </a:lnT>
                    <a:lnB cap="flat" cmpd="sng" w="9525">
                      <a:solidFill>
                        <a:srgbClr val="001D35"/>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200"/>
                        <a:t>3.11E-11</a:t>
                      </a:r>
                      <a:endParaRPr sz="1200"/>
                    </a:p>
                  </a:txBody>
                  <a:tcPr marT="19050" marB="19050" marR="28575" marL="28575" anchor="b">
                    <a:lnL cap="flat" cmpd="sng" w="9525">
                      <a:solidFill>
                        <a:srgbClr val="001D35"/>
                      </a:solidFill>
                      <a:prstDash val="solid"/>
                      <a:round/>
                      <a:headEnd len="sm" w="sm" type="none"/>
                      <a:tailEnd len="sm" w="sm" type="none"/>
                    </a:lnL>
                    <a:lnR cap="flat" cmpd="sng" w="9525">
                      <a:solidFill>
                        <a:srgbClr val="001D35"/>
                      </a:solidFill>
                      <a:prstDash val="solid"/>
                      <a:round/>
                      <a:headEnd len="sm" w="sm" type="none"/>
                      <a:tailEnd len="sm" w="sm" type="none"/>
                    </a:lnR>
                    <a:lnT cap="flat" cmpd="sng" w="9525">
                      <a:solidFill>
                        <a:srgbClr val="001D35"/>
                      </a:solidFill>
                      <a:prstDash val="solid"/>
                      <a:round/>
                      <a:headEnd len="sm" w="sm" type="none"/>
                      <a:tailEnd len="sm" w="sm" type="none"/>
                    </a:lnT>
                    <a:lnB cap="flat" cmpd="sng" w="9525">
                      <a:solidFill>
                        <a:srgbClr val="001D35"/>
                      </a:solidFill>
                      <a:prstDash val="solid"/>
                      <a:round/>
                      <a:headEnd len="sm" w="sm" type="none"/>
                      <a:tailEnd len="sm" w="sm" type="none"/>
                    </a:lnB>
                  </a:tcPr>
                </a:tc>
              </a:tr>
            </a:tbl>
          </a:graphicData>
        </a:graphic>
      </p:graphicFrame>
      <p:sp>
        <p:nvSpPr>
          <p:cNvPr id="135" name="Google Shape;135;p24"/>
          <p:cNvSpPr txBox="1"/>
          <p:nvPr/>
        </p:nvSpPr>
        <p:spPr>
          <a:xfrm>
            <a:off x="4860025" y="1810500"/>
            <a:ext cx="3671400" cy="2524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900">
                <a:solidFill>
                  <a:schemeClr val="dk2"/>
                </a:solidFill>
              </a:rPr>
              <a:t>Weighted Shrub coverage was the strongest predictor</a:t>
            </a:r>
            <a:endParaRPr sz="1900">
              <a:solidFill>
                <a:schemeClr val="dk2"/>
              </a:solidFill>
            </a:endParaRPr>
          </a:p>
          <a:p>
            <a:pPr indent="-349250" lvl="0" marL="457200" rtl="0" algn="l">
              <a:spcBef>
                <a:spcPts val="0"/>
              </a:spcBef>
              <a:spcAft>
                <a:spcPts val="0"/>
              </a:spcAft>
              <a:buClr>
                <a:schemeClr val="dk2"/>
              </a:buClr>
              <a:buSzPts val="1900"/>
              <a:buChar char="-"/>
            </a:pPr>
            <a:r>
              <a:rPr lang="en" sz="1900">
                <a:solidFill>
                  <a:schemeClr val="dk2"/>
                </a:solidFill>
              </a:rPr>
              <a:t>For every 1-unit increase in the weighted shrub cover, the odds of multiflora presence are 9.69 times higher, holding all other variables constant.</a:t>
            </a:r>
            <a:endParaRPr sz="1900">
              <a:solidFill>
                <a:schemeClr val="dk2"/>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25"/>
          <p:cNvSpPr txBox="1"/>
          <p:nvPr>
            <p:ph type="title"/>
          </p:nvPr>
        </p:nvSpPr>
        <p:spPr>
          <a:xfrm>
            <a:off x="311700" y="445025"/>
            <a:ext cx="8520600" cy="5727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
                <a:solidFill>
                  <a:schemeClr val="dk1"/>
                </a:solidFill>
              </a:rPr>
              <a:t>Model Results: Logistic Regression WITHOUT CITY</a:t>
            </a:r>
            <a:endParaRPr/>
          </a:p>
        </p:txBody>
      </p:sp>
      <p:graphicFrame>
        <p:nvGraphicFramePr>
          <p:cNvPr id="141" name="Google Shape;141;p25"/>
          <p:cNvGraphicFramePr/>
          <p:nvPr/>
        </p:nvGraphicFramePr>
        <p:xfrm>
          <a:off x="1473725" y="1537825"/>
          <a:ext cx="3000000" cy="3000000"/>
        </p:xfrm>
        <a:graphic>
          <a:graphicData uri="http://schemas.openxmlformats.org/drawingml/2006/table">
            <a:tbl>
              <a:tblPr>
                <a:noFill/>
                <a:tableStyleId>{3F33836A-AF81-4A84-BC72-258D4CD1CACB}</a:tableStyleId>
              </a:tblPr>
              <a:tblGrid>
                <a:gridCol w="1800625"/>
                <a:gridCol w="1800625"/>
              </a:tblGrid>
              <a:tr h="126300">
                <a:tc>
                  <a:txBody>
                    <a:bodyPr/>
                    <a:lstStyle/>
                    <a:p>
                      <a:pPr indent="0" lvl="0" marL="0" rtl="0" algn="ctr">
                        <a:lnSpc>
                          <a:spcPct val="115000"/>
                        </a:lnSpc>
                        <a:spcBef>
                          <a:spcPts val="0"/>
                        </a:spcBef>
                        <a:spcAft>
                          <a:spcPts val="0"/>
                        </a:spcAft>
                        <a:buNone/>
                      </a:pPr>
                      <a:r>
                        <a:rPr b="1" lang="en" sz="1000"/>
                        <a:t>Term</a:t>
                      </a:r>
                      <a:endParaRPr b="1"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000"/>
                        <a:t>Estimate</a:t>
                      </a:r>
                      <a:endParaRPr b="1"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126300">
                <a:tc>
                  <a:txBody>
                    <a:bodyPr/>
                    <a:lstStyle/>
                    <a:p>
                      <a:pPr indent="0" lvl="0" marL="0" rtl="0" algn="l">
                        <a:lnSpc>
                          <a:spcPct val="115000"/>
                        </a:lnSpc>
                        <a:spcBef>
                          <a:spcPts val="0"/>
                        </a:spcBef>
                        <a:spcAft>
                          <a:spcPts val="0"/>
                        </a:spcAft>
                        <a:buNone/>
                      </a:pPr>
                      <a:r>
                        <a:rPr lang="en" sz="1000"/>
                        <a:t>(Intercept)</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t>4.29E-01</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126300">
                <a:tc>
                  <a:txBody>
                    <a:bodyPr/>
                    <a:lstStyle/>
                    <a:p>
                      <a:pPr indent="0" lvl="0" marL="0" rtl="0" algn="l">
                        <a:lnSpc>
                          <a:spcPct val="115000"/>
                        </a:lnSpc>
                        <a:spcBef>
                          <a:spcPts val="0"/>
                        </a:spcBef>
                        <a:spcAft>
                          <a:spcPts val="0"/>
                        </a:spcAft>
                        <a:buNone/>
                      </a:pPr>
                      <a:r>
                        <a:rPr lang="en" sz="1000"/>
                        <a:t>LAT</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t>8.96E-01</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126300">
                <a:tc>
                  <a:txBody>
                    <a:bodyPr/>
                    <a:lstStyle/>
                    <a:p>
                      <a:pPr indent="0" lvl="0" marL="0" rtl="0" algn="l">
                        <a:lnSpc>
                          <a:spcPct val="115000"/>
                        </a:lnSpc>
                        <a:spcBef>
                          <a:spcPts val="0"/>
                        </a:spcBef>
                        <a:spcAft>
                          <a:spcPts val="0"/>
                        </a:spcAft>
                        <a:buNone/>
                      </a:pPr>
                      <a:r>
                        <a:rPr lang="en" sz="1000"/>
                        <a:t>LON</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t>1.17E+00</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29650">
                <a:tc>
                  <a:txBody>
                    <a:bodyPr/>
                    <a:lstStyle/>
                    <a:p>
                      <a:pPr indent="0" lvl="0" marL="0" rtl="0" algn="l">
                        <a:lnSpc>
                          <a:spcPct val="115000"/>
                        </a:lnSpc>
                        <a:spcBef>
                          <a:spcPts val="0"/>
                        </a:spcBef>
                        <a:spcAft>
                          <a:spcPts val="0"/>
                        </a:spcAft>
                        <a:buNone/>
                      </a:pPr>
                      <a:r>
                        <a:rPr lang="en" sz="1000"/>
                        <a:t>Pub_PrivPrivate</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t>1.17E+07</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126300">
                <a:tc>
                  <a:txBody>
                    <a:bodyPr/>
                    <a:lstStyle/>
                    <a:p>
                      <a:pPr indent="0" lvl="0" marL="0" rtl="0" algn="l">
                        <a:lnSpc>
                          <a:spcPct val="115000"/>
                        </a:lnSpc>
                        <a:spcBef>
                          <a:spcPts val="0"/>
                        </a:spcBef>
                        <a:spcAft>
                          <a:spcPts val="0"/>
                        </a:spcAft>
                        <a:buNone/>
                      </a:pPr>
                      <a:r>
                        <a:rPr lang="en" sz="1000"/>
                        <a:t>Pub_PrivPublic</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t>8.17E+05</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29650">
                <a:tc>
                  <a:txBody>
                    <a:bodyPr/>
                    <a:lstStyle/>
                    <a:p>
                      <a:pPr indent="0" lvl="0" marL="0" rtl="0" algn="l">
                        <a:lnSpc>
                          <a:spcPct val="115000"/>
                        </a:lnSpc>
                        <a:spcBef>
                          <a:spcPts val="0"/>
                        </a:spcBef>
                        <a:spcAft>
                          <a:spcPts val="0"/>
                        </a:spcAft>
                        <a:buNone/>
                      </a:pPr>
                      <a:r>
                        <a:rPr lang="en" sz="1000"/>
                        <a:t>weighted_tree_cover</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t>7.48E+01</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29650">
                <a:tc>
                  <a:txBody>
                    <a:bodyPr/>
                    <a:lstStyle/>
                    <a:p>
                      <a:pPr indent="0" lvl="0" marL="0" rtl="0" algn="l">
                        <a:lnSpc>
                          <a:spcPct val="115000"/>
                        </a:lnSpc>
                        <a:spcBef>
                          <a:spcPts val="0"/>
                        </a:spcBef>
                        <a:spcAft>
                          <a:spcPts val="0"/>
                        </a:spcAft>
                        <a:buNone/>
                      </a:pPr>
                      <a:r>
                        <a:rPr lang="en" sz="1000"/>
                        <a:t>weighted_shrub_cover</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t>1.71E+00</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29650">
                <a:tc>
                  <a:txBody>
                    <a:bodyPr/>
                    <a:lstStyle/>
                    <a:p>
                      <a:pPr indent="0" lvl="0" marL="0" rtl="0" algn="l">
                        <a:lnSpc>
                          <a:spcPct val="115000"/>
                        </a:lnSpc>
                        <a:spcBef>
                          <a:spcPts val="0"/>
                        </a:spcBef>
                        <a:spcAft>
                          <a:spcPts val="0"/>
                        </a:spcAft>
                        <a:buNone/>
                      </a:pPr>
                      <a:r>
                        <a:rPr lang="en" sz="1000"/>
                        <a:t>IS_MAINTAINED_AREA</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t>3.75E-01</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29650">
                <a:tc>
                  <a:txBody>
                    <a:bodyPr/>
                    <a:lstStyle/>
                    <a:p>
                      <a:pPr indent="0" lvl="0" marL="0" rtl="0" algn="l">
                        <a:lnSpc>
                          <a:spcPct val="115000"/>
                        </a:lnSpc>
                        <a:spcBef>
                          <a:spcPts val="0"/>
                        </a:spcBef>
                        <a:spcAft>
                          <a:spcPts val="0"/>
                        </a:spcAft>
                        <a:buNone/>
                      </a:pPr>
                      <a:r>
                        <a:rPr lang="en" sz="1000"/>
                        <a:t>FIA_LANDUSECommercial</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t>4.89E-01</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29650">
                <a:tc>
                  <a:txBody>
                    <a:bodyPr/>
                    <a:lstStyle/>
                    <a:p>
                      <a:pPr indent="0" lvl="0" marL="0" rtl="0" algn="l">
                        <a:lnSpc>
                          <a:spcPct val="115000"/>
                        </a:lnSpc>
                        <a:spcBef>
                          <a:spcPts val="0"/>
                        </a:spcBef>
                        <a:spcAft>
                          <a:spcPts val="0"/>
                        </a:spcAft>
                        <a:buNone/>
                      </a:pPr>
                      <a:r>
                        <a:rPr lang="en" sz="1000"/>
                        <a:t>FIA_LANDUSEForest Land</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t>1.91E+00</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29650">
                <a:tc>
                  <a:txBody>
                    <a:bodyPr/>
                    <a:lstStyle/>
                    <a:p>
                      <a:pPr indent="0" lvl="0" marL="0" rtl="0" algn="l">
                        <a:lnSpc>
                          <a:spcPct val="115000"/>
                        </a:lnSpc>
                        <a:spcBef>
                          <a:spcPts val="0"/>
                        </a:spcBef>
                        <a:spcAft>
                          <a:spcPts val="0"/>
                        </a:spcAft>
                        <a:buNone/>
                      </a:pPr>
                      <a:r>
                        <a:rPr lang="en" sz="1000"/>
                        <a:t>FIA_LANDUSERecreational</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t>6.35E+00</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29650">
                <a:tc>
                  <a:txBody>
                    <a:bodyPr/>
                    <a:lstStyle/>
                    <a:p>
                      <a:pPr indent="0" lvl="0" marL="0" rtl="0" algn="l">
                        <a:lnSpc>
                          <a:spcPct val="115000"/>
                        </a:lnSpc>
                        <a:spcBef>
                          <a:spcPts val="0"/>
                        </a:spcBef>
                        <a:spcAft>
                          <a:spcPts val="0"/>
                        </a:spcAft>
                        <a:buNone/>
                      </a:pPr>
                      <a:r>
                        <a:rPr lang="en" sz="1000"/>
                        <a:t>FIA_LANDUSEResidential</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t>4.44E-01</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29650">
                <a:tc>
                  <a:txBody>
                    <a:bodyPr/>
                    <a:lstStyle/>
                    <a:p>
                      <a:pPr indent="0" lvl="0" marL="0" rtl="0" algn="l">
                        <a:lnSpc>
                          <a:spcPct val="115000"/>
                        </a:lnSpc>
                        <a:spcBef>
                          <a:spcPts val="0"/>
                        </a:spcBef>
                        <a:spcAft>
                          <a:spcPts val="0"/>
                        </a:spcAft>
                        <a:buNone/>
                      </a:pPr>
                      <a:r>
                        <a:rPr lang="en" sz="1000"/>
                        <a:t>FIA_LANDUSETransportation</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t>2.10E+00</a:t>
                      </a:r>
                      <a:endParaRPr sz="1000">
                        <a:highlight>
                          <a:srgbClr val="001D35"/>
                        </a:highlight>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45" name="Shape 145"/>
        <p:cNvGrpSpPr/>
        <p:nvPr/>
      </p:nvGrpSpPr>
      <p:grpSpPr>
        <a:xfrm>
          <a:off x="0" y="0"/>
          <a:ext cx="0" cy="0"/>
          <a:chOff x="0" y="0"/>
          <a:chExt cx="0" cy="0"/>
        </a:xfrm>
      </p:grpSpPr>
      <p:sp>
        <p:nvSpPr>
          <p:cNvPr id="146" name="Google Shape;146;p26"/>
          <p:cNvSpPr txBox="1"/>
          <p:nvPr>
            <p:ph type="title"/>
          </p:nvPr>
        </p:nvSpPr>
        <p:spPr>
          <a:xfrm>
            <a:off x="311700" y="445025"/>
            <a:ext cx="8520600" cy="5727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
              <a:t>Model Results Test Data: Logistic Regression</a:t>
            </a:r>
            <a:endParaRPr/>
          </a:p>
        </p:txBody>
      </p:sp>
      <p:graphicFrame>
        <p:nvGraphicFramePr>
          <p:cNvPr id="147" name="Google Shape;147;p26"/>
          <p:cNvGraphicFramePr/>
          <p:nvPr/>
        </p:nvGraphicFramePr>
        <p:xfrm>
          <a:off x="952500" y="2000250"/>
          <a:ext cx="3000000" cy="3000000"/>
        </p:xfrm>
        <a:graphic>
          <a:graphicData uri="http://schemas.openxmlformats.org/drawingml/2006/table">
            <a:tbl>
              <a:tblPr>
                <a:noFill/>
                <a:tableStyleId>{581CBB6C-C035-4D38-8C71-1560DAD56A0B}</a:tableStyleId>
              </a:tblPr>
              <a:tblGrid>
                <a:gridCol w="3619500"/>
                <a:gridCol w="3619500"/>
              </a:tblGrid>
              <a:tr h="381000">
                <a:tc>
                  <a:txBody>
                    <a:bodyPr/>
                    <a:lstStyle/>
                    <a:p>
                      <a:pPr indent="0" lvl="0" marL="0" rtl="0" algn="l">
                        <a:spcBef>
                          <a:spcPts val="0"/>
                        </a:spcBef>
                        <a:spcAft>
                          <a:spcPts val="0"/>
                        </a:spcAft>
                        <a:buNone/>
                      </a:pPr>
                      <a:r>
                        <a:rPr b="1" lang="en"/>
                        <a:t>Accuracy </a:t>
                      </a:r>
                      <a:endParaRPr b="1"/>
                    </a:p>
                  </a:txBody>
                  <a:tcPr marT="91425" marB="91425" marR="91425" marL="91425">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
                        <a:t>89.42%</a:t>
                      </a:r>
                      <a:endParaRPr/>
                    </a:p>
                  </a:txBody>
                  <a:tcPr marT="91425" marB="91425" marR="91425" marL="91425">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r>
              <a:tr h="381000">
                <a:tc>
                  <a:txBody>
                    <a:bodyPr/>
                    <a:lstStyle/>
                    <a:p>
                      <a:pPr indent="0" lvl="0" marL="0" rtl="0" algn="l">
                        <a:spcBef>
                          <a:spcPts val="0"/>
                        </a:spcBef>
                        <a:spcAft>
                          <a:spcPts val="0"/>
                        </a:spcAft>
                        <a:buNone/>
                      </a:pPr>
                      <a:r>
                        <a:rPr b="1" lang="en"/>
                        <a:t>Sensitivity</a:t>
                      </a:r>
                      <a:r>
                        <a:rPr b="1" lang="en"/>
                        <a:t> True Positive</a:t>
                      </a:r>
                      <a:endParaRPr b="1"/>
                    </a:p>
                  </a:txBody>
                  <a:tcPr marT="91425" marB="91425" marR="91425" marL="91425">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
                        <a:t>58%</a:t>
                      </a:r>
                      <a:endParaRPr/>
                    </a:p>
                  </a:txBody>
                  <a:tcPr marT="91425" marB="91425" marR="91425" marL="91425">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r>
              <a:tr h="381000">
                <a:tc>
                  <a:txBody>
                    <a:bodyPr/>
                    <a:lstStyle/>
                    <a:p>
                      <a:pPr indent="0" lvl="0" marL="0" rtl="0" algn="l">
                        <a:spcBef>
                          <a:spcPts val="0"/>
                        </a:spcBef>
                        <a:spcAft>
                          <a:spcPts val="0"/>
                        </a:spcAft>
                        <a:buNone/>
                      </a:pPr>
                      <a:r>
                        <a:rPr b="1" lang="en"/>
                        <a:t>Specificity True Negative</a:t>
                      </a:r>
                      <a:endParaRPr b="1"/>
                    </a:p>
                  </a:txBody>
                  <a:tcPr marT="91425" marB="91425" marR="91425" marL="91425">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
                        <a:t>95%</a:t>
                      </a:r>
                      <a:endParaRPr/>
                    </a:p>
                  </a:txBody>
                  <a:tcPr marT="91425" marB="91425" marR="91425" marL="91425">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27"/>
          <p:cNvSpPr txBox="1"/>
          <p:nvPr>
            <p:ph type="title"/>
          </p:nvPr>
        </p:nvSpPr>
        <p:spPr>
          <a:xfrm>
            <a:off x="371875" y="540725"/>
            <a:ext cx="4490400" cy="5727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
              <a:t>Why Classification Trees</a:t>
            </a:r>
            <a:endParaRPr/>
          </a:p>
        </p:txBody>
      </p:sp>
      <p:sp>
        <p:nvSpPr>
          <p:cNvPr id="153" name="Google Shape;153;p27"/>
          <p:cNvSpPr txBox="1"/>
          <p:nvPr/>
        </p:nvSpPr>
        <p:spPr>
          <a:xfrm>
            <a:off x="728575" y="1663350"/>
            <a:ext cx="7344600" cy="2648100"/>
          </a:xfrm>
          <a:prstGeom prst="rect">
            <a:avLst/>
          </a:prstGeom>
          <a:noFill/>
          <a:ln>
            <a:noFill/>
          </a:ln>
        </p:spPr>
        <p:txBody>
          <a:bodyPr anchorCtr="0" anchor="t" bIns="91425" lIns="91425" spcFirstLastPara="1" rIns="91425" wrap="square" tIns="91425">
            <a:noAutofit/>
          </a:bodyPr>
          <a:lstStyle/>
          <a:p>
            <a:pPr indent="-381000" lvl="0" marL="457200" rtl="0" algn="l">
              <a:lnSpc>
                <a:spcPct val="150000"/>
              </a:lnSpc>
              <a:spcBef>
                <a:spcPts val="0"/>
              </a:spcBef>
              <a:spcAft>
                <a:spcPts val="0"/>
              </a:spcAft>
              <a:buClr>
                <a:schemeClr val="dk2"/>
              </a:buClr>
              <a:buSzPts val="2400"/>
              <a:buChar char="●"/>
            </a:pPr>
            <a:r>
              <a:rPr lang="en" sz="2400">
                <a:solidFill>
                  <a:schemeClr val="dk2"/>
                </a:solidFill>
              </a:rPr>
              <a:t>Easy to visualize</a:t>
            </a:r>
            <a:endParaRPr sz="2400">
              <a:solidFill>
                <a:schemeClr val="dk2"/>
              </a:solidFill>
            </a:endParaRPr>
          </a:p>
          <a:p>
            <a:pPr indent="-381000" lvl="0" marL="457200" rtl="0" algn="l">
              <a:lnSpc>
                <a:spcPct val="150000"/>
              </a:lnSpc>
              <a:spcBef>
                <a:spcPts val="0"/>
              </a:spcBef>
              <a:spcAft>
                <a:spcPts val="0"/>
              </a:spcAft>
              <a:buClr>
                <a:schemeClr val="dk2"/>
              </a:buClr>
              <a:buSzPts val="2400"/>
              <a:buChar char="●"/>
            </a:pPr>
            <a:r>
              <a:rPr lang="en" sz="2400">
                <a:solidFill>
                  <a:schemeClr val="dk2"/>
                </a:solidFill>
              </a:rPr>
              <a:t>Very expressive</a:t>
            </a:r>
            <a:endParaRPr sz="2400">
              <a:solidFill>
                <a:schemeClr val="dk2"/>
              </a:solidFill>
            </a:endParaRPr>
          </a:p>
          <a:p>
            <a:pPr indent="-381000" lvl="0" marL="457200" rtl="0" algn="l">
              <a:lnSpc>
                <a:spcPct val="150000"/>
              </a:lnSpc>
              <a:spcBef>
                <a:spcPts val="0"/>
              </a:spcBef>
              <a:spcAft>
                <a:spcPts val="0"/>
              </a:spcAft>
              <a:buClr>
                <a:schemeClr val="dk2"/>
              </a:buClr>
              <a:buSzPts val="2400"/>
              <a:buChar char="●"/>
            </a:pPr>
            <a:r>
              <a:rPr lang="en" sz="2400">
                <a:solidFill>
                  <a:schemeClr val="dk2"/>
                </a:solidFill>
              </a:rPr>
              <a:t>Works on discrete data</a:t>
            </a:r>
            <a:endParaRPr sz="2400">
              <a:solidFill>
                <a:schemeClr val="dk2"/>
              </a:solidFill>
            </a:endParaRPr>
          </a:p>
        </p:txBody>
      </p:sp>
      <p:pic>
        <p:nvPicPr>
          <p:cNvPr id="154" name="Google Shape;154;p27"/>
          <p:cNvPicPr preferRelativeResize="0"/>
          <p:nvPr/>
        </p:nvPicPr>
        <p:blipFill>
          <a:blip r:embed="rId3">
            <a:alphaModFix/>
          </a:blip>
          <a:stretch>
            <a:fillRect/>
          </a:stretch>
        </p:blipFill>
        <p:spPr>
          <a:xfrm>
            <a:off x="4775425" y="1584675"/>
            <a:ext cx="3833198" cy="2156174"/>
          </a:xfrm>
          <a:prstGeom prst="rect">
            <a:avLst/>
          </a:prstGeom>
          <a:noFill/>
          <a:ln cap="flat" cmpd="sng" w="9525">
            <a:solidFill>
              <a:schemeClr val="accent1"/>
            </a:solidFill>
            <a:prstDash val="solid"/>
            <a:round/>
            <a:headEnd len="sm" w="sm" type="none"/>
            <a:tailEnd len="sm" w="sm" type="none"/>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28"/>
          <p:cNvSpPr txBox="1"/>
          <p:nvPr>
            <p:ph type="title"/>
          </p:nvPr>
        </p:nvSpPr>
        <p:spPr>
          <a:xfrm>
            <a:off x="235575" y="1861313"/>
            <a:ext cx="8520600" cy="5727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
              <a:t>Model Results: </a:t>
            </a:r>
            <a:endParaRPr/>
          </a:p>
          <a:p>
            <a:pPr indent="0" lvl="0" marL="0" rtl="0" algn="l">
              <a:spcBef>
                <a:spcPts val="0"/>
              </a:spcBef>
              <a:spcAft>
                <a:spcPts val="0"/>
              </a:spcAft>
              <a:buNone/>
            </a:pPr>
            <a:r>
              <a:rPr lang="en"/>
              <a:t>Classification </a:t>
            </a:r>
            <a:endParaRPr/>
          </a:p>
          <a:p>
            <a:pPr indent="0" lvl="0" marL="0" rtl="0" algn="l">
              <a:spcBef>
                <a:spcPts val="0"/>
              </a:spcBef>
              <a:spcAft>
                <a:spcPts val="0"/>
              </a:spcAft>
              <a:buNone/>
            </a:pPr>
            <a:r>
              <a:rPr lang="en"/>
              <a:t>Tree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Multiflora Rose </a:t>
            </a:r>
            <a:endParaRPr/>
          </a:p>
          <a:p>
            <a:pPr indent="0" lvl="0" marL="0" rtl="0" algn="l">
              <a:spcBef>
                <a:spcPts val="0"/>
              </a:spcBef>
              <a:spcAft>
                <a:spcPts val="0"/>
              </a:spcAft>
              <a:buNone/>
            </a:pPr>
            <a:r>
              <a:rPr lang="en"/>
              <a:t>with city</a:t>
            </a:r>
            <a:endParaRPr/>
          </a:p>
        </p:txBody>
      </p:sp>
      <p:pic>
        <p:nvPicPr>
          <p:cNvPr id="160" name="Google Shape;160;p28"/>
          <p:cNvPicPr preferRelativeResize="0"/>
          <p:nvPr/>
        </p:nvPicPr>
        <p:blipFill rotWithShape="1">
          <a:blip r:embed="rId3">
            <a:alphaModFix/>
          </a:blip>
          <a:srcRect b="3067" l="4758" r="4956" t="13355"/>
          <a:stretch/>
        </p:blipFill>
        <p:spPr>
          <a:xfrm>
            <a:off x="3057825" y="69600"/>
            <a:ext cx="5260525" cy="4869476"/>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29"/>
          <p:cNvSpPr txBox="1"/>
          <p:nvPr>
            <p:ph type="title"/>
          </p:nvPr>
        </p:nvSpPr>
        <p:spPr>
          <a:xfrm>
            <a:off x="311700" y="445025"/>
            <a:ext cx="8520600" cy="5727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
              <a:t>Random Forest (RF)</a:t>
            </a:r>
            <a:endParaRPr/>
          </a:p>
        </p:txBody>
      </p:sp>
      <p:sp>
        <p:nvSpPr>
          <p:cNvPr id="166" name="Google Shape;166;p29"/>
          <p:cNvSpPr txBox="1"/>
          <p:nvPr>
            <p:ph idx="1" type="body"/>
          </p:nvPr>
        </p:nvSpPr>
        <p:spPr>
          <a:xfrm>
            <a:off x="311700" y="944150"/>
            <a:ext cx="8520600" cy="2444400"/>
          </a:xfrm>
          <a:prstGeom prst="rect">
            <a:avLst/>
          </a:prstGeom>
        </p:spPr>
        <p:txBody>
          <a:bodyPr anchorCtr="0" anchor="t" bIns="45700" lIns="91425" spcFirstLastPara="1" rIns="91425" wrap="square" tIns="45700">
            <a:spAutoFit/>
          </a:bodyPr>
          <a:lstStyle/>
          <a:p>
            <a:pPr indent="-381000" lvl="0" marL="457200" rtl="0" algn="l">
              <a:lnSpc>
                <a:spcPct val="115000"/>
              </a:lnSpc>
              <a:spcBef>
                <a:spcPts val="480"/>
              </a:spcBef>
              <a:spcAft>
                <a:spcPts val="0"/>
              </a:spcAft>
              <a:buSzPts val="2400"/>
              <a:buChar char="•"/>
            </a:pPr>
            <a:r>
              <a:rPr lang="en"/>
              <a:t>Ensemble method - robust</a:t>
            </a:r>
            <a:endParaRPr/>
          </a:p>
          <a:p>
            <a:pPr indent="-355600" lvl="1" marL="914400" rtl="0" algn="l">
              <a:lnSpc>
                <a:spcPct val="115000"/>
              </a:lnSpc>
              <a:spcBef>
                <a:spcPts val="0"/>
              </a:spcBef>
              <a:spcAft>
                <a:spcPts val="0"/>
              </a:spcAft>
              <a:buSzPts val="2000"/>
              <a:buChar char="–"/>
            </a:pPr>
            <a:r>
              <a:rPr lang="en"/>
              <a:t>Choices made from the decisions of multiple classification trees</a:t>
            </a:r>
            <a:endParaRPr/>
          </a:p>
          <a:p>
            <a:pPr indent="-355600" lvl="1" marL="914400" rtl="0" algn="l">
              <a:lnSpc>
                <a:spcPct val="115000"/>
              </a:lnSpc>
              <a:spcBef>
                <a:spcPts val="0"/>
              </a:spcBef>
              <a:spcAft>
                <a:spcPts val="0"/>
              </a:spcAft>
              <a:buSzPts val="2000"/>
              <a:buChar char="–"/>
            </a:pPr>
            <a:r>
              <a:rPr lang="en"/>
              <a:t>Avoids overfitting!</a:t>
            </a:r>
            <a:endParaRPr/>
          </a:p>
          <a:p>
            <a:pPr indent="-381000" lvl="0" marL="457200" rtl="0" algn="l">
              <a:lnSpc>
                <a:spcPct val="115000"/>
              </a:lnSpc>
              <a:spcBef>
                <a:spcPts val="0"/>
              </a:spcBef>
              <a:spcAft>
                <a:spcPts val="0"/>
              </a:spcAft>
              <a:buSzPts val="2400"/>
              <a:buChar char="•"/>
            </a:pPr>
            <a:r>
              <a:rPr lang="en"/>
              <a:t>Generally more accurate</a:t>
            </a:r>
            <a:endParaRPr/>
          </a:p>
          <a:p>
            <a:pPr indent="-381000" lvl="0" marL="457200" rtl="0" algn="l">
              <a:lnSpc>
                <a:spcPct val="115000"/>
              </a:lnSpc>
              <a:spcBef>
                <a:spcPts val="0"/>
              </a:spcBef>
              <a:spcAft>
                <a:spcPts val="0"/>
              </a:spcAft>
              <a:buSzPts val="2400"/>
              <a:buChar char="•"/>
            </a:pPr>
            <a:r>
              <a:rPr lang="en"/>
              <a:t>Easy to interpret variable importance</a:t>
            </a:r>
            <a:endParaRPr/>
          </a:p>
          <a:p>
            <a:pPr indent="-381000" lvl="0" marL="457200" rtl="0" algn="l">
              <a:lnSpc>
                <a:spcPct val="115000"/>
              </a:lnSpc>
              <a:spcBef>
                <a:spcPts val="0"/>
              </a:spcBef>
              <a:spcAft>
                <a:spcPts val="0"/>
              </a:spcAft>
              <a:buSzPts val="2400"/>
              <a:buChar char="•"/>
            </a:pPr>
            <a:r>
              <a:rPr lang="en"/>
              <a:t>Deals well with class imbalance</a:t>
            </a:r>
            <a:endParaRPr/>
          </a:p>
        </p:txBody>
      </p:sp>
      <p:pic>
        <p:nvPicPr>
          <p:cNvPr id="167" name="Google Shape;167;p29"/>
          <p:cNvPicPr preferRelativeResize="0"/>
          <p:nvPr/>
        </p:nvPicPr>
        <p:blipFill>
          <a:blip r:embed="rId3">
            <a:alphaModFix/>
          </a:blip>
          <a:stretch>
            <a:fillRect/>
          </a:stretch>
        </p:blipFill>
        <p:spPr>
          <a:xfrm>
            <a:off x="4007275" y="3299225"/>
            <a:ext cx="3890550" cy="1674225"/>
          </a:xfrm>
          <a:prstGeom prst="rect">
            <a:avLst/>
          </a:prstGeom>
          <a:noFill/>
          <a:ln>
            <a:noFill/>
          </a:ln>
        </p:spPr>
      </p:pic>
      <p:pic>
        <p:nvPicPr>
          <p:cNvPr id="168" name="Google Shape;168;p29"/>
          <p:cNvPicPr preferRelativeResize="0"/>
          <p:nvPr/>
        </p:nvPicPr>
        <p:blipFill>
          <a:blip r:embed="rId4">
            <a:alphaModFix/>
          </a:blip>
          <a:stretch>
            <a:fillRect/>
          </a:stretch>
        </p:blipFill>
        <p:spPr>
          <a:xfrm>
            <a:off x="802700" y="3388550"/>
            <a:ext cx="3128374" cy="15849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p30"/>
          <p:cNvSpPr txBox="1"/>
          <p:nvPr>
            <p:ph type="title"/>
          </p:nvPr>
        </p:nvSpPr>
        <p:spPr>
          <a:xfrm>
            <a:off x="311700" y="445025"/>
            <a:ext cx="8520600" cy="5727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
              <a:t>Considerations</a:t>
            </a:r>
            <a:endParaRPr/>
          </a:p>
        </p:txBody>
      </p:sp>
      <p:sp>
        <p:nvSpPr>
          <p:cNvPr id="174" name="Google Shape;174;p30"/>
          <p:cNvSpPr txBox="1"/>
          <p:nvPr>
            <p:ph idx="1" type="body"/>
          </p:nvPr>
        </p:nvSpPr>
        <p:spPr>
          <a:xfrm>
            <a:off x="311700" y="1152475"/>
            <a:ext cx="8520600" cy="3156900"/>
          </a:xfrm>
          <a:prstGeom prst="rect">
            <a:avLst/>
          </a:prstGeom>
        </p:spPr>
        <p:txBody>
          <a:bodyPr anchorCtr="0" anchor="t" bIns="45700" lIns="91425" spcFirstLastPara="1" rIns="91425" wrap="square" tIns="45700">
            <a:spAutoFit/>
          </a:bodyPr>
          <a:lstStyle/>
          <a:p>
            <a:pPr indent="-368300" lvl="0" marL="457200" rtl="0" algn="l">
              <a:lnSpc>
                <a:spcPct val="115000"/>
              </a:lnSpc>
              <a:spcBef>
                <a:spcPts val="480"/>
              </a:spcBef>
              <a:spcAft>
                <a:spcPts val="0"/>
              </a:spcAft>
              <a:buSzPts val="2200"/>
              <a:buChar char="•"/>
            </a:pPr>
            <a:r>
              <a:rPr lang="en" sz="2200"/>
              <a:t>Prone to overfitting when using default classifier</a:t>
            </a:r>
            <a:endParaRPr sz="2200"/>
          </a:p>
          <a:p>
            <a:pPr indent="-368300" lvl="1" marL="914400" rtl="0" algn="l">
              <a:lnSpc>
                <a:spcPct val="115000"/>
              </a:lnSpc>
              <a:spcBef>
                <a:spcPts val="0"/>
              </a:spcBef>
              <a:spcAft>
                <a:spcPts val="0"/>
              </a:spcAft>
              <a:buSzPts val="2200"/>
              <a:buChar char="–"/>
            </a:pPr>
            <a:r>
              <a:rPr lang="en" sz="2200"/>
              <a:t>Received 100% accuracy on training data for most models</a:t>
            </a:r>
            <a:endParaRPr sz="2200"/>
          </a:p>
          <a:p>
            <a:pPr indent="-368300" lvl="1" marL="914400" rtl="0" algn="l">
              <a:lnSpc>
                <a:spcPct val="115000"/>
              </a:lnSpc>
              <a:spcBef>
                <a:spcPts val="0"/>
              </a:spcBef>
              <a:spcAft>
                <a:spcPts val="0"/>
              </a:spcAft>
              <a:buSzPts val="2200"/>
              <a:buChar char="–"/>
            </a:pPr>
            <a:r>
              <a:rPr lang="en" sz="2200"/>
              <a:t>Can </a:t>
            </a:r>
            <a:r>
              <a:rPr lang="en" sz="2200"/>
              <a:t>adjust max depth, min samples to split on, and min samples at leaf for individual trees in the forest as well as things like the number of trees to remedy this</a:t>
            </a:r>
            <a:endParaRPr sz="2200"/>
          </a:p>
          <a:p>
            <a:pPr indent="-368300" lvl="0" marL="457200" rtl="0" algn="l">
              <a:lnSpc>
                <a:spcPct val="115000"/>
              </a:lnSpc>
              <a:spcBef>
                <a:spcPts val="0"/>
              </a:spcBef>
              <a:spcAft>
                <a:spcPts val="0"/>
              </a:spcAft>
              <a:buSzPts val="2200"/>
              <a:buChar char="•"/>
            </a:pPr>
            <a:r>
              <a:rPr lang="en" sz="2200"/>
              <a:t>High importance of categorical variables can sometimes be attributed to the cardinality of that variable</a:t>
            </a:r>
            <a:endParaRPr sz="2200"/>
          </a:p>
          <a:p>
            <a:pPr indent="-368300" lvl="0" marL="457200" rtl="0" algn="l">
              <a:lnSpc>
                <a:spcPct val="115000"/>
              </a:lnSpc>
              <a:spcBef>
                <a:spcPts val="0"/>
              </a:spcBef>
              <a:spcAft>
                <a:spcPts val="0"/>
              </a:spcAft>
              <a:buSzPts val="2200"/>
              <a:buChar char="•"/>
            </a:pPr>
            <a:r>
              <a:rPr lang="en" sz="2200"/>
              <a:t>Correlated variables can split their importance</a:t>
            </a:r>
            <a:endParaRPr sz="2200"/>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pic>
        <p:nvPicPr>
          <p:cNvPr id="179" name="Google Shape;179;p31"/>
          <p:cNvPicPr preferRelativeResize="0"/>
          <p:nvPr/>
        </p:nvPicPr>
        <p:blipFill>
          <a:blip r:embed="rId3">
            <a:alphaModFix/>
          </a:blip>
          <a:stretch>
            <a:fillRect/>
          </a:stretch>
        </p:blipFill>
        <p:spPr>
          <a:xfrm>
            <a:off x="366075" y="1069475"/>
            <a:ext cx="3449880" cy="2725049"/>
          </a:xfrm>
          <a:prstGeom prst="rect">
            <a:avLst/>
          </a:prstGeom>
          <a:noFill/>
          <a:ln>
            <a:noFill/>
          </a:ln>
        </p:spPr>
      </p:pic>
      <p:sp>
        <p:nvSpPr>
          <p:cNvPr id="180" name="Google Shape;180;p31"/>
          <p:cNvSpPr txBox="1"/>
          <p:nvPr>
            <p:ph type="title"/>
          </p:nvPr>
        </p:nvSpPr>
        <p:spPr>
          <a:xfrm>
            <a:off x="311700" y="445025"/>
            <a:ext cx="8520600" cy="5727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
              <a:t>Example Results: Multiflora Rose</a:t>
            </a:r>
            <a:endParaRPr/>
          </a:p>
        </p:txBody>
      </p:sp>
      <p:pic>
        <p:nvPicPr>
          <p:cNvPr id="181" name="Google Shape;181;p31"/>
          <p:cNvPicPr preferRelativeResize="0"/>
          <p:nvPr/>
        </p:nvPicPr>
        <p:blipFill>
          <a:blip r:embed="rId4">
            <a:alphaModFix/>
          </a:blip>
          <a:stretch>
            <a:fillRect/>
          </a:stretch>
        </p:blipFill>
        <p:spPr>
          <a:xfrm>
            <a:off x="311700" y="3846263"/>
            <a:ext cx="6229350" cy="962025"/>
          </a:xfrm>
          <a:prstGeom prst="rect">
            <a:avLst/>
          </a:prstGeom>
          <a:noFill/>
          <a:ln>
            <a:noFill/>
          </a:ln>
        </p:spPr>
      </p:pic>
      <p:sp>
        <p:nvSpPr>
          <p:cNvPr id="182" name="Google Shape;182;p31"/>
          <p:cNvSpPr txBox="1"/>
          <p:nvPr/>
        </p:nvSpPr>
        <p:spPr>
          <a:xfrm>
            <a:off x="1133100" y="1352750"/>
            <a:ext cx="739500" cy="664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400">
                <a:solidFill>
                  <a:schemeClr val="lt1"/>
                </a:solidFill>
              </a:rPr>
              <a:t>TP</a:t>
            </a:r>
            <a:endParaRPr sz="2400">
              <a:solidFill>
                <a:schemeClr val="lt1"/>
              </a:solidFill>
            </a:endParaRPr>
          </a:p>
        </p:txBody>
      </p:sp>
      <p:sp>
        <p:nvSpPr>
          <p:cNvPr id="183" name="Google Shape;183;p31"/>
          <p:cNvSpPr txBox="1"/>
          <p:nvPr/>
        </p:nvSpPr>
        <p:spPr>
          <a:xfrm>
            <a:off x="2666525" y="1352750"/>
            <a:ext cx="739500" cy="664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400">
                <a:solidFill>
                  <a:schemeClr val="dk1"/>
                </a:solidFill>
              </a:rPr>
              <a:t>FN</a:t>
            </a:r>
            <a:endParaRPr sz="2400">
              <a:solidFill>
                <a:schemeClr val="dk1"/>
              </a:solidFill>
            </a:endParaRPr>
          </a:p>
        </p:txBody>
      </p:sp>
      <p:sp>
        <p:nvSpPr>
          <p:cNvPr id="184" name="Google Shape;184;p31"/>
          <p:cNvSpPr txBox="1"/>
          <p:nvPr/>
        </p:nvSpPr>
        <p:spPr>
          <a:xfrm>
            <a:off x="1133100" y="2517600"/>
            <a:ext cx="739500" cy="664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400">
                <a:solidFill>
                  <a:schemeClr val="dk1"/>
                </a:solidFill>
              </a:rPr>
              <a:t>FP</a:t>
            </a:r>
            <a:endParaRPr sz="2400">
              <a:solidFill>
                <a:schemeClr val="dk1"/>
              </a:solidFill>
            </a:endParaRPr>
          </a:p>
        </p:txBody>
      </p:sp>
      <p:sp>
        <p:nvSpPr>
          <p:cNvPr id="185" name="Google Shape;185;p31"/>
          <p:cNvSpPr txBox="1"/>
          <p:nvPr/>
        </p:nvSpPr>
        <p:spPr>
          <a:xfrm>
            <a:off x="2666525" y="2517600"/>
            <a:ext cx="739500" cy="664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400">
                <a:solidFill>
                  <a:schemeClr val="lt1"/>
                </a:solidFill>
              </a:rPr>
              <a:t>TN</a:t>
            </a:r>
            <a:endParaRPr sz="2400">
              <a:solidFill>
                <a:schemeClr val="lt1"/>
              </a:solidFill>
            </a:endParaRPr>
          </a:p>
        </p:txBody>
      </p:sp>
      <p:pic>
        <p:nvPicPr>
          <p:cNvPr id="186" name="Google Shape;186;p31"/>
          <p:cNvPicPr preferRelativeResize="0"/>
          <p:nvPr/>
        </p:nvPicPr>
        <p:blipFill>
          <a:blip r:embed="rId5">
            <a:alphaModFix/>
          </a:blip>
          <a:stretch>
            <a:fillRect/>
          </a:stretch>
        </p:blipFill>
        <p:spPr>
          <a:xfrm>
            <a:off x="4346250" y="1069476"/>
            <a:ext cx="4486051" cy="266790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pic>
        <p:nvPicPr>
          <p:cNvPr id="191" name="Google Shape;191;p32"/>
          <p:cNvPicPr preferRelativeResize="0"/>
          <p:nvPr/>
        </p:nvPicPr>
        <p:blipFill>
          <a:blip r:embed="rId3">
            <a:alphaModFix/>
          </a:blip>
          <a:stretch>
            <a:fillRect/>
          </a:stretch>
        </p:blipFill>
        <p:spPr>
          <a:xfrm>
            <a:off x="0" y="0"/>
            <a:ext cx="4678074" cy="2571750"/>
          </a:xfrm>
          <a:prstGeom prst="rect">
            <a:avLst/>
          </a:prstGeom>
          <a:noFill/>
          <a:ln>
            <a:noFill/>
          </a:ln>
        </p:spPr>
      </p:pic>
      <p:pic>
        <p:nvPicPr>
          <p:cNvPr id="192" name="Google Shape;192;p32"/>
          <p:cNvPicPr preferRelativeResize="0"/>
          <p:nvPr/>
        </p:nvPicPr>
        <p:blipFill>
          <a:blip r:embed="rId4">
            <a:alphaModFix/>
          </a:blip>
          <a:stretch>
            <a:fillRect/>
          </a:stretch>
        </p:blipFill>
        <p:spPr>
          <a:xfrm>
            <a:off x="0" y="2571750"/>
            <a:ext cx="4678074" cy="2571750"/>
          </a:xfrm>
          <a:prstGeom prst="rect">
            <a:avLst/>
          </a:prstGeom>
          <a:noFill/>
          <a:ln>
            <a:noFill/>
          </a:ln>
        </p:spPr>
      </p:pic>
      <p:sp>
        <p:nvSpPr>
          <p:cNvPr id="193" name="Google Shape;193;p32"/>
          <p:cNvSpPr txBox="1"/>
          <p:nvPr/>
        </p:nvSpPr>
        <p:spPr>
          <a:xfrm>
            <a:off x="4819450" y="417575"/>
            <a:ext cx="4197300" cy="717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3200">
                <a:solidFill>
                  <a:schemeClr val="dk2"/>
                </a:solidFill>
                <a:latin typeface="Oswald"/>
                <a:ea typeface="Oswald"/>
                <a:cs typeface="Oswald"/>
                <a:sym typeface="Oswald"/>
              </a:rPr>
              <a:t>Feature Importances</a:t>
            </a:r>
            <a:endParaRPr b="1" sz="3200">
              <a:solidFill>
                <a:schemeClr val="dk2"/>
              </a:solidFill>
              <a:latin typeface="Oswald"/>
              <a:ea typeface="Oswald"/>
              <a:cs typeface="Oswald"/>
              <a:sym typeface="Oswald"/>
            </a:endParaRPr>
          </a:p>
        </p:txBody>
      </p:sp>
      <p:sp>
        <p:nvSpPr>
          <p:cNvPr id="194" name="Google Shape;194;p32"/>
          <p:cNvSpPr txBox="1"/>
          <p:nvPr/>
        </p:nvSpPr>
        <p:spPr>
          <a:xfrm>
            <a:off x="4873825" y="1135175"/>
            <a:ext cx="4197300" cy="3066600"/>
          </a:xfrm>
          <a:prstGeom prst="rect">
            <a:avLst/>
          </a:prstGeom>
          <a:noFill/>
          <a:ln>
            <a:noFill/>
          </a:ln>
        </p:spPr>
        <p:txBody>
          <a:bodyPr anchorCtr="0" anchor="t" bIns="91425" lIns="91425" spcFirstLastPara="1" rIns="91425" wrap="square" tIns="91425">
            <a:noAutofit/>
          </a:bodyPr>
          <a:lstStyle/>
          <a:p>
            <a:pPr indent="-330200" lvl="0" marL="457200" rtl="0" algn="l">
              <a:lnSpc>
                <a:spcPct val="115000"/>
              </a:lnSpc>
              <a:spcBef>
                <a:spcPts val="0"/>
              </a:spcBef>
              <a:spcAft>
                <a:spcPts val="0"/>
              </a:spcAft>
              <a:buClr>
                <a:schemeClr val="dk2"/>
              </a:buClr>
              <a:buSzPts val="1600"/>
              <a:buChar char="●"/>
            </a:pPr>
            <a:r>
              <a:rPr lang="en" sz="1600">
                <a:solidFill>
                  <a:schemeClr val="dk2"/>
                </a:solidFill>
              </a:rPr>
              <a:t>Latitude and longitude are consistently the most important.</a:t>
            </a:r>
            <a:endParaRPr sz="1600">
              <a:solidFill>
                <a:schemeClr val="dk2"/>
              </a:solidFill>
            </a:endParaRPr>
          </a:p>
          <a:p>
            <a:pPr indent="-330200" lvl="0" marL="457200" rtl="0" algn="l">
              <a:lnSpc>
                <a:spcPct val="115000"/>
              </a:lnSpc>
              <a:spcBef>
                <a:spcPts val="0"/>
              </a:spcBef>
              <a:spcAft>
                <a:spcPts val="0"/>
              </a:spcAft>
              <a:buClr>
                <a:schemeClr val="dk2"/>
              </a:buClr>
              <a:buSzPts val="1600"/>
              <a:buChar char="●"/>
            </a:pPr>
            <a:r>
              <a:rPr lang="en" sz="1600">
                <a:solidFill>
                  <a:schemeClr val="dk2"/>
                </a:solidFill>
              </a:rPr>
              <a:t>Weighted tree and shrub cover are moderately important.</a:t>
            </a:r>
            <a:endParaRPr sz="1600">
              <a:solidFill>
                <a:schemeClr val="dk2"/>
              </a:solidFill>
            </a:endParaRPr>
          </a:p>
          <a:p>
            <a:pPr indent="-330200" lvl="0" marL="457200" rtl="0" algn="l">
              <a:lnSpc>
                <a:spcPct val="115000"/>
              </a:lnSpc>
              <a:spcBef>
                <a:spcPts val="0"/>
              </a:spcBef>
              <a:spcAft>
                <a:spcPts val="0"/>
              </a:spcAft>
              <a:buClr>
                <a:schemeClr val="dk2"/>
              </a:buClr>
              <a:buSzPts val="1600"/>
              <a:buChar char="●"/>
            </a:pPr>
            <a:r>
              <a:rPr lang="en" sz="1600">
                <a:solidFill>
                  <a:schemeClr val="dk2"/>
                </a:solidFill>
              </a:rPr>
              <a:t>FIA Landuse is nearly three times as important in predicting Multiflora Rose than the remaining species.</a:t>
            </a:r>
            <a:endParaRPr sz="1600">
              <a:solidFill>
                <a:schemeClr val="dk2"/>
              </a:solidFill>
            </a:endParaRPr>
          </a:p>
          <a:p>
            <a:pPr indent="-330200" lvl="0" marL="457200" rtl="0" algn="l">
              <a:lnSpc>
                <a:spcPct val="115000"/>
              </a:lnSpc>
              <a:spcBef>
                <a:spcPts val="0"/>
              </a:spcBef>
              <a:spcAft>
                <a:spcPts val="0"/>
              </a:spcAft>
              <a:buClr>
                <a:schemeClr val="dk2"/>
              </a:buClr>
              <a:buSzPts val="1600"/>
              <a:buChar char="●"/>
            </a:pPr>
            <a:r>
              <a:rPr lang="en" sz="1600">
                <a:solidFill>
                  <a:schemeClr val="dk2"/>
                </a:solidFill>
              </a:rPr>
              <a:t>Maintained vs. unkept and public vs. private had minimal importance, which surprised me.</a:t>
            </a:r>
            <a:endParaRPr sz="1600">
              <a:solidFill>
                <a:schemeClr val="dk2"/>
              </a:solidFill>
            </a:endParaRPr>
          </a:p>
          <a:p>
            <a:pPr indent="0" lvl="0" marL="0" rtl="0" algn="l">
              <a:spcBef>
                <a:spcPts val="0"/>
              </a:spcBef>
              <a:spcAft>
                <a:spcPts val="0"/>
              </a:spcAft>
              <a:buNone/>
            </a:pPr>
            <a:r>
              <a:rPr lang="en" sz="1600">
                <a:solidFill>
                  <a:schemeClr val="dk2"/>
                </a:solidFill>
              </a:rPr>
              <a:t> </a:t>
            </a:r>
            <a:endParaRPr sz="1600">
              <a:solidFill>
                <a:schemeClr val="dk2"/>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sp>
        <p:nvSpPr>
          <p:cNvPr id="199" name="Google Shape;199;p33"/>
          <p:cNvSpPr txBox="1"/>
          <p:nvPr>
            <p:ph type="title"/>
          </p:nvPr>
        </p:nvSpPr>
        <p:spPr>
          <a:xfrm>
            <a:off x="956250" y="1476600"/>
            <a:ext cx="7231500" cy="21903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 sz="9600"/>
              <a:t>Performance</a:t>
            </a:r>
            <a:endParaRPr sz="9600"/>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03" name="Shape 203"/>
        <p:cNvGrpSpPr/>
        <p:nvPr/>
      </p:nvGrpSpPr>
      <p:grpSpPr>
        <a:xfrm>
          <a:off x="0" y="0"/>
          <a:ext cx="0" cy="0"/>
          <a:chOff x="0" y="0"/>
          <a:chExt cx="0" cy="0"/>
        </a:xfrm>
      </p:grpSpPr>
      <p:sp>
        <p:nvSpPr>
          <p:cNvPr id="204" name="Google Shape;204;p34"/>
          <p:cNvSpPr txBox="1"/>
          <p:nvPr>
            <p:ph type="title"/>
          </p:nvPr>
        </p:nvSpPr>
        <p:spPr>
          <a:xfrm>
            <a:off x="311700" y="445025"/>
            <a:ext cx="8520600" cy="5727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
              <a:t>RF Results</a:t>
            </a:r>
            <a:endParaRPr/>
          </a:p>
        </p:txBody>
      </p:sp>
      <p:sp>
        <p:nvSpPr>
          <p:cNvPr id="205" name="Google Shape;205;p34"/>
          <p:cNvSpPr txBox="1"/>
          <p:nvPr>
            <p:ph idx="1" type="body"/>
          </p:nvPr>
        </p:nvSpPr>
        <p:spPr>
          <a:xfrm>
            <a:off x="311700" y="1152475"/>
            <a:ext cx="8520600" cy="461700"/>
          </a:xfrm>
          <a:prstGeom prst="rect">
            <a:avLst/>
          </a:prstGeom>
        </p:spPr>
        <p:txBody>
          <a:bodyPr anchorCtr="0" anchor="t" bIns="45700" lIns="91425" spcFirstLastPara="1" rIns="91425" wrap="square" tIns="45700">
            <a:spAutoFit/>
          </a:bodyPr>
          <a:lstStyle/>
          <a:p>
            <a:pPr indent="0" lvl="0" marL="457200" rtl="0" algn="l">
              <a:spcBef>
                <a:spcPts val="480"/>
              </a:spcBef>
              <a:spcAft>
                <a:spcPts val="0"/>
              </a:spcAft>
              <a:buNone/>
            </a:pPr>
            <a:r>
              <a:t/>
            </a:r>
            <a:endParaRPr/>
          </a:p>
        </p:txBody>
      </p:sp>
      <p:pic>
        <p:nvPicPr>
          <p:cNvPr id="206" name="Google Shape;206;p34"/>
          <p:cNvPicPr preferRelativeResize="0"/>
          <p:nvPr/>
        </p:nvPicPr>
        <p:blipFill rotWithShape="1">
          <a:blip r:embed="rId4">
            <a:alphaModFix/>
          </a:blip>
          <a:srcRect b="0" l="0" r="0" t="1506"/>
          <a:stretch/>
        </p:blipFill>
        <p:spPr>
          <a:xfrm>
            <a:off x="0" y="998700"/>
            <a:ext cx="4688349" cy="2743200"/>
          </a:xfrm>
          <a:prstGeom prst="rect">
            <a:avLst/>
          </a:prstGeom>
          <a:noFill/>
          <a:ln>
            <a:noFill/>
          </a:ln>
        </p:spPr>
      </p:pic>
      <p:pic>
        <p:nvPicPr>
          <p:cNvPr id="207" name="Google Shape;207;p34"/>
          <p:cNvPicPr preferRelativeResize="0"/>
          <p:nvPr/>
        </p:nvPicPr>
        <p:blipFill>
          <a:blip r:embed="rId5">
            <a:alphaModFix/>
          </a:blip>
          <a:stretch>
            <a:fillRect/>
          </a:stretch>
        </p:blipFill>
        <p:spPr>
          <a:xfrm>
            <a:off x="4688351" y="1152476"/>
            <a:ext cx="4455650" cy="977568"/>
          </a:xfrm>
          <a:prstGeom prst="rect">
            <a:avLst/>
          </a:prstGeom>
          <a:noFill/>
          <a:ln>
            <a:noFill/>
          </a:ln>
        </p:spPr>
      </p:pic>
      <p:pic>
        <p:nvPicPr>
          <p:cNvPr id="208" name="Google Shape;208;p34"/>
          <p:cNvPicPr preferRelativeResize="0"/>
          <p:nvPr/>
        </p:nvPicPr>
        <p:blipFill>
          <a:blip r:embed="rId6">
            <a:alphaModFix/>
          </a:blip>
          <a:stretch>
            <a:fillRect/>
          </a:stretch>
        </p:blipFill>
        <p:spPr>
          <a:xfrm>
            <a:off x="5078587" y="2130044"/>
            <a:ext cx="3675164" cy="2708657"/>
          </a:xfrm>
          <a:prstGeom prst="rect">
            <a:avLst/>
          </a:prstGeom>
          <a:noFill/>
          <a:ln>
            <a:noFill/>
          </a:ln>
        </p:spPr>
      </p:pic>
      <p:sp>
        <p:nvSpPr>
          <p:cNvPr id="209" name="Google Shape;209;p34"/>
          <p:cNvSpPr txBox="1"/>
          <p:nvPr/>
        </p:nvSpPr>
        <p:spPr>
          <a:xfrm>
            <a:off x="400500" y="3665700"/>
            <a:ext cx="4778400" cy="977700"/>
          </a:xfrm>
          <a:prstGeom prst="rect">
            <a:avLst/>
          </a:prstGeom>
          <a:noFill/>
          <a:ln>
            <a:noFill/>
          </a:ln>
        </p:spPr>
        <p:txBody>
          <a:bodyPr anchorCtr="0" anchor="t" bIns="91425" lIns="91425" spcFirstLastPara="1" rIns="91425" wrap="square" tIns="91425">
            <a:noAutofit/>
          </a:bodyPr>
          <a:lstStyle/>
          <a:p>
            <a:pPr indent="-317500" lvl="0" marL="457200" rtl="0" algn="l">
              <a:spcBef>
                <a:spcPts val="0"/>
              </a:spcBef>
              <a:spcAft>
                <a:spcPts val="0"/>
              </a:spcAft>
              <a:buClr>
                <a:schemeClr val="dk2"/>
              </a:buClr>
              <a:buSzPts val="1400"/>
              <a:buChar char="●"/>
            </a:pPr>
            <a:r>
              <a:rPr lang="en">
                <a:solidFill>
                  <a:schemeClr val="dk2"/>
                </a:solidFill>
              </a:rPr>
              <a:t>Weighted shrub cover and longitude are the most important variables via MDI (Mean Difference in Impurity) closely followed by weighted tree cover</a:t>
            </a:r>
            <a:endParaRPr>
              <a:solidFill>
                <a:schemeClr val="dk2"/>
              </a:solidFill>
            </a:endParaRPr>
          </a:p>
          <a:p>
            <a:pPr indent="-317500" lvl="0" marL="457200" rtl="0" algn="l">
              <a:spcBef>
                <a:spcPts val="0"/>
              </a:spcBef>
              <a:spcAft>
                <a:spcPts val="0"/>
              </a:spcAft>
              <a:buClr>
                <a:schemeClr val="dk2"/>
              </a:buClr>
              <a:buSzPts val="1400"/>
              <a:buChar char="●"/>
            </a:pPr>
            <a:r>
              <a:rPr lang="en">
                <a:solidFill>
                  <a:schemeClr val="dk2"/>
                </a:solidFill>
              </a:rPr>
              <a:t>The model did a good job predicting absence but not presence </a:t>
            </a:r>
            <a:endParaRPr>
              <a:solidFill>
                <a:schemeClr val="dk2"/>
              </a:solidFill>
            </a:endParaRPr>
          </a:p>
        </p:txBody>
      </p:sp>
      <p:sp>
        <p:nvSpPr>
          <p:cNvPr id="210" name="Google Shape;210;p34"/>
          <p:cNvSpPr txBox="1"/>
          <p:nvPr/>
        </p:nvSpPr>
        <p:spPr>
          <a:xfrm>
            <a:off x="6019550" y="2423850"/>
            <a:ext cx="608400" cy="147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solidFill>
                  <a:schemeClr val="lt1"/>
                </a:solidFill>
              </a:rPr>
              <a:t>TP</a:t>
            </a:r>
            <a:endParaRPr sz="1600">
              <a:solidFill>
                <a:schemeClr val="lt1"/>
              </a:solidFill>
            </a:endParaRPr>
          </a:p>
        </p:txBody>
      </p:sp>
      <p:sp>
        <p:nvSpPr>
          <p:cNvPr id="211" name="Google Shape;211;p34"/>
          <p:cNvSpPr txBox="1"/>
          <p:nvPr/>
        </p:nvSpPr>
        <p:spPr>
          <a:xfrm>
            <a:off x="7598850" y="2423850"/>
            <a:ext cx="608400" cy="147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solidFill>
                  <a:schemeClr val="dk1"/>
                </a:solidFill>
              </a:rPr>
              <a:t>FP</a:t>
            </a:r>
            <a:endParaRPr sz="1600">
              <a:solidFill>
                <a:schemeClr val="dk1"/>
              </a:solidFill>
            </a:endParaRPr>
          </a:p>
        </p:txBody>
      </p:sp>
      <p:sp>
        <p:nvSpPr>
          <p:cNvPr id="212" name="Google Shape;212;p34"/>
          <p:cNvSpPr txBox="1"/>
          <p:nvPr/>
        </p:nvSpPr>
        <p:spPr>
          <a:xfrm>
            <a:off x="5959300" y="3665700"/>
            <a:ext cx="608400" cy="147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solidFill>
                  <a:schemeClr val="dk1"/>
                </a:solidFill>
              </a:rPr>
              <a:t>TN</a:t>
            </a:r>
            <a:endParaRPr sz="1600">
              <a:solidFill>
                <a:schemeClr val="dk1"/>
              </a:solidFill>
            </a:endParaRPr>
          </a:p>
        </p:txBody>
      </p:sp>
      <p:sp>
        <p:nvSpPr>
          <p:cNvPr id="213" name="Google Shape;213;p34"/>
          <p:cNvSpPr txBox="1"/>
          <p:nvPr/>
        </p:nvSpPr>
        <p:spPr>
          <a:xfrm>
            <a:off x="7549650" y="3665700"/>
            <a:ext cx="608400" cy="147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solidFill>
                  <a:schemeClr val="dk1"/>
                </a:solidFill>
              </a:rPr>
              <a:t>F</a:t>
            </a:r>
            <a:r>
              <a:rPr lang="en" sz="1600">
                <a:solidFill>
                  <a:schemeClr val="dk1"/>
                </a:solidFill>
              </a:rPr>
              <a:t>N</a:t>
            </a:r>
            <a:endParaRPr sz="1600">
              <a:solidFill>
                <a:schemeClr val="lt1"/>
              </a:solidFill>
            </a:endParaRPr>
          </a:p>
          <a:p>
            <a:pPr indent="0" lvl="0" marL="0" rtl="0" algn="l">
              <a:spcBef>
                <a:spcPts val="0"/>
              </a:spcBef>
              <a:spcAft>
                <a:spcPts val="0"/>
              </a:spcAft>
              <a:buNone/>
            </a:pPr>
            <a:r>
              <a:t/>
            </a:r>
            <a:endParaRPr sz="1600">
              <a:solidFill>
                <a:schemeClr val="dk1"/>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35"/>
          <p:cNvSpPr txBox="1"/>
          <p:nvPr>
            <p:ph type="title"/>
          </p:nvPr>
        </p:nvSpPr>
        <p:spPr>
          <a:xfrm>
            <a:off x="311700" y="445025"/>
            <a:ext cx="8520600" cy="5727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
              <a:t>With and Without City</a:t>
            </a:r>
            <a:endParaRPr/>
          </a:p>
        </p:txBody>
      </p:sp>
      <p:pic>
        <p:nvPicPr>
          <p:cNvPr id="219" name="Google Shape;219;p35"/>
          <p:cNvPicPr preferRelativeResize="0"/>
          <p:nvPr/>
        </p:nvPicPr>
        <p:blipFill>
          <a:blip r:embed="rId3">
            <a:alphaModFix/>
          </a:blip>
          <a:stretch>
            <a:fillRect/>
          </a:stretch>
        </p:blipFill>
        <p:spPr>
          <a:xfrm>
            <a:off x="0" y="1017725"/>
            <a:ext cx="9144001" cy="1775069"/>
          </a:xfrm>
          <a:prstGeom prst="rect">
            <a:avLst/>
          </a:prstGeom>
          <a:noFill/>
          <a:ln>
            <a:noFill/>
          </a:ln>
        </p:spPr>
      </p:pic>
      <p:pic>
        <p:nvPicPr>
          <p:cNvPr id="220" name="Google Shape;220;p35"/>
          <p:cNvPicPr preferRelativeResize="0"/>
          <p:nvPr/>
        </p:nvPicPr>
        <p:blipFill>
          <a:blip r:embed="rId4">
            <a:alphaModFix/>
          </a:blip>
          <a:stretch>
            <a:fillRect/>
          </a:stretch>
        </p:blipFill>
        <p:spPr>
          <a:xfrm>
            <a:off x="43500" y="3075850"/>
            <a:ext cx="9143999" cy="1543785"/>
          </a:xfrm>
          <a:prstGeom prst="rect">
            <a:avLst/>
          </a:prstGeom>
          <a:noFill/>
          <a:ln>
            <a:noFill/>
          </a:ln>
        </p:spPr>
      </p:pic>
      <p:sp>
        <p:nvSpPr>
          <p:cNvPr id="221" name="Google Shape;221;p35"/>
          <p:cNvSpPr txBox="1"/>
          <p:nvPr/>
        </p:nvSpPr>
        <p:spPr>
          <a:xfrm>
            <a:off x="5570900" y="352475"/>
            <a:ext cx="3464100" cy="7503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rPr>
              <a:t>Sensitivity: True Positive Rate</a:t>
            </a:r>
            <a:endParaRPr sz="1800">
              <a:solidFill>
                <a:schemeClr val="dk2"/>
              </a:solidFill>
            </a:endParaRPr>
          </a:p>
          <a:p>
            <a:pPr indent="0" lvl="0" marL="0" rtl="0" algn="l">
              <a:spcBef>
                <a:spcPts val="0"/>
              </a:spcBef>
              <a:spcAft>
                <a:spcPts val="0"/>
              </a:spcAft>
              <a:buNone/>
            </a:pPr>
            <a:r>
              <a:rPr lang="en" sz="1800">
                <a:solidFill>
                  <a:schemeClr val="dk2"/>
                </a:solidFill>
              </a:rPr>
              <a:t>Specificity: True Negative Rate</a:t>
            </a:r>
            <a:endParaRPr sz="1800">
              <a:solidFill>
                <a:schemeClr val="dk2"/>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 name="Shape 225"/>
        <p:cNvGrpSpPr/>
        <p:nvPr/>
      </p:nvGrpSpPr>
      <p:grpSpPr>
        <a:xfrm>
          <a:off x="0" y="0"/>
          <a:ext cx="0" cy="0"/>
          <a:chOff x="0" y="0"/>
          <a:chExt cx="0" cy="0"/>
        </a:xfrm>
      </p:grpSpPr>
      <p:sp>
        <p:nvSpPr>
          <p:cNvPr id="226" name="Google Shape;226;p36"/>
          <p:cNvSpPr txBox="1"/>
          <p:nvPr>
            <p:ph type="title"/>
          </p:nvPr>
        </p:nvSpPr>
        <p:spPr>
          <a:xfrm>
            <a:off x="311700" y="445025"/>
            <a:ext cx="8520600" cy="5727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
              <a:t>Analysis/Takeaways</a:t>
            </a:r>
            <a:endParaRPr/>
          </a:p>
        </p:txBody>
      </p:sp>
      <p:sp>
        <p:nvSpPr>
          <p:cNvPr id="227" name="Google Shape;227;p36"/>
          <p:cNvSpPr txBox="1"/>
          <p:nvPr>
            <p:ph idx="1" type="body"/>
          </p:nvPr>
        </p:nvSpPr>
        <p:spPr>
          <a:xfrm>
            <a:off x="311700" y="1152475"/>
            <a:ext cx="8520600" cy="3232500"/>
          </a:xfrm>
          <a:prstGeom prst="rect">
            <a:avLst/>
          </a:prstGeom>
        </p:spPr>
        <p:txBody>
          <a:bodyPr anchorCtr="0" anchor="t" bIns="45700" lIns="91425" spcFirstLastPara="1" rIns="91425" wrap="square" tIns="45700">
            <a:spAutoFit/>
          </a:bodyPr>
          <a:lstStyle/>
          <a:p>
            <a:pPr indent="-355600" lvl="0" marL="457200" rtl="0" algn="l">
              <a:lnSpc>
                <a:spcPct val="115000"/>
              </a:lnSpc>
              <a:spcBef>
                <a:spcPts val="480"/>
              </a:spcBef>
              <a:spcAft>
                <a:spcPts val="0"/>
              </a:spcAft>
              <a:buSzPts val="2000"/>
              <a:buChar char="•"/>
            </a:pPr>
            <a:r>
              <a:rPr lang="en" sz="2000"/>
              <a:t>Average accuracy across all ips with and without city</a:t>
            </a:r>
            <a:endParaRPr sz="2000"/>
          </a:p>
          <a:p>
            <a:pPr indent="-355600" lvl="1" marL="914400" rtl="0" algn="l">
              <a:lnSpc>
                <a:spcPct val="115000"/>
              </a:lnSpc>
              <a:spcBef>
                <a:spcPts val="0"/>
              </a:spcBef>
              <a:spcAft>
                <a:spcPts val="0"/>
              </a:spcAft>
              <a:buSzPts val="2000"/>
              <a:buChar char="–"/>
            </a:pPr>
            <a:r>
              <a:rPr lang="en"/>
              <a:t>Logistic Regression: 0.81</a:t>
            </a:r>
            <a:endParaRPr/>
          </a:p>
          <a:p>
            <a:pPr indent="-355600" lvl="1" marL="914400" rtl="0" algn="l">
              <a:lnSpc>
                <a:spcPct val="115000"/>
              </a:lnSpc>
              <a:spcBef>
                <a:spcPts val="0"/>
              </a:spcBef>
              <a:spcAft>
                <a:spcPts val="0"/>
              </a:spcAft>
              <a:buSzPts val="2000"/>
              <a:buChar char="–"/>
            </a:pPr>
            <a:r>
              <a:rPr lang="en"/>
              <a:t>Classification Tree: 0.82</a:t>
            </a:r>
            <a:endParaRPr/>
          </a:p>
          <a:p>
            <a:pPr indent="-355600" lvl="1" marL="914400" rtl="0" algn="l">
              <a:lnSpc>
                <a:spcPct val="115000"/>
              </a:lnSpc>
              <a:spcBef>
                <a:spcPts val="0"/>
              </a:spcBef>
              <a:spcAft>
                <a:spcPts val="0"/>
              </a:spcAft>
              <a:buSzPts val="2000"/>
              <a:buChar char="–"/>
            </a:pPr>
            <a:r>
              <a:rPr lang="en"/>
              <a:t>Random Forest: 0.80</a:t>
            </a:r>
            <a:endParaRPr/>
          </a:p>
          <a:p>
            <a:pPr indent="-355600" lvl="0" marL="457200" rtl="0" algn="l">
              <a:lnSpc>
                <a:spcPct val="115000"/>
              </a:lnSpc>
              <a:spcBef>
                <a:spcPts val="0"/>
              </a:spcBef>
              <a:spcAft>
                <a:spcPts val="0"/>
              </a:spcAft>
              <a:buSzPts val="2000"/>
              <a:buChar char="•"/>
            </a:pPr>
            <a:r>
              <a:rPr lang="en" sz="2000"/>
              <a:t>Based on accuracy our best modeling technique was classification trees</a:t>
            </a:r>
            <a:endParaRPr sz="2000"/>
          </a:p>
          <a:p>
            <a:pPr indent="-355600" lvl="0" marL="457200" rtl="0" algn="l">
              <a:lnSpc>
                <a:spcPct val="115000"/>
              </a:lnSpc>
              <a:spcBef>
                <a:spcPts val="0"/>
              </a:spcBef>
              <a:spcAft>
                <a:spcPts val="0"/>
              </a:spcAft>
              <a:buSzPts val="2000"/>
              <a:buChar char="•"/>
            </a:pPr>
            <a:r>
              <a:rPr lang="en" sz="2000"/>
              <a:t>Our classification tree models also performed well in terms of its sensitivity (true positive rate) while our logistic regression models performed best in terms of its specificity (true negative rate)</a:t>
            </a:r>
            <a:endParaRPr sz="2000"/>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 name="Shape 231"/>
        <p:cNvGrpSpPr/>
        <p:nvPr/>
      </p:nvGrpSpPr>
      <p:grpSpPr>
        <a:xfrm>
          <a:off x="0" y="0"/>
          <a:ext cx="0" cy="0"/>
          <a:chOff x="0" y="0"/>
          <a:chExt cx="0" cy="0"/>
        </a:xfrm>
      </p:grpSpPr>
      <p:sp>
        <p:nvSpPr>
          <p:cNvPr id="232" name="Google Shape;232;p37"/>
          <p:cNvSpPr txBox="1"/>
          <p:nvPr>
            <p:ph type="title"/>
          </p:nvPr>
        </p:nvSpPr>
        <p:spPr>
          <a:xfrm>
            <a:off x="311700" y="445025"/>
            <a:ext cx="8520600" cy="5727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
              <a:t>Future Iterations/Next Steps</a:t>
            </a:r>
            <a:endParaRPr/>
          </a:p>
        </p:txBody>
      </p:sp>
      <p:sp>
        <p:nvSpPr>
          <p:cNvPr id="233" name="Google Shape;233;p37"/>
          <p:cNvSpPr txBox="1"/>
          <p:nvPr>
            <p:ph idx="1" type="body"/>
          </p:nvPr>
        </p:nvSpPr>
        <p:spPr>
          <a:xfrm>
            <a:off x="311700" y="1152475"/>
            <a:ext cx="8520600" cy="3497100"/>
          </a:xfrm>
          <a:prstGeom prst="rect">
            <a:avLst/>
          </a:prstGeom>
        </p:spPr>
        <p:txBody>
          <a:bodyPr anchorCtr="0" anchor="t" bIns="45700" lIns="91425" spcFirstLastPara="1" rIns="91425" wrap="square" tIns="45700">
            <a:spAutoFit/>
          </a:bodyPr>
          <a:lstStyle/>
          <a:p>
            <a:pPr indent="-381000" lvl="0" marL="457200" rtl="0" algn="l">
              <a:lnSpc>
                <a:spcPct val="115000"/>
              </a:lnSpc>
              <a:spcBef>
                <a:spcPts val="480"/>
              </a:spcBef>
              <a:spcAft>
                <a:spcPts val="0"/>
              </a:spcAft>
              <a:buSzPts val="2400"/>
              <a:buChar char="•"/>
            </a:pPr>
            <a:r>
              <a:rPr lang="en"/>
              <a:t>Implement models to include more invasive species and more cities/urban forest areas</a:t>
            </a:r>
            <a:endParaRPr/>
          </a:p>
          <a:p>
            <a:pPr indent="-381000" lvl="0" marL="457200" rtl="0" algn="l">
              <a:lnSpc>
                <a:spcPct val="115000"/>
              </a:lnSpc>
              <a:spcBef>
                <a:spcPts val="0"/>
              </a:spcBef>
              <a:spcAft>
                <a:spcPts val="0"/>
              </a:spcAft>
              <a:buSzPts val="2400"/>
              <a:buChar char="•"/>
            </a:pPr>
            <a:r>
              <a:rPr lang="en"/>
              <a:t>Investigate relationships between </a:t>
            </a:r>
            <a:r>
              <a:rPr lang="en">
                <a:solidFill>
                  <a:schemeClr val="dk1"/>
                </a:solidFill>
              </a:rPr>
              <a:t>w</a:t>
            </a:r>
            <a:r>
              <a:rPr lang="en">
                <a:solidFill>
                  <a:schemeClr val="dk1"/>
                </a:solidFill>
              </a:rPr>
              <a:t>eighted shrub cover and weighted tree cover</a:t>
            </a:r>
            <a:endParaRPr/>
          </a:p>
          <a:p>
            <a:pPr indent="-381000" lvl="0" marL="457200" rtl="0" algn="l">
              <a:lnSpc>
                <a:spcPct val="115000"/>
              </a:lnSpc>
              <a:spcBef>
                <a:spcPts val="0"/>
              </a:spcBef>
              <a:spcAft>
                <a:spcPts val="0"/>
              </a:spcAft>
              <a:buSzPts val="2400"/>
              <a:buChar char="•"/>
            </a:pPr>
            <a:r>
              <a:rPr lang="en"/>
              <a:t>Expand our UFIA analysis techniques to general FIA data</a:t>
            </a:r>
            <a:endParaRPr/>
          </a:p>
          <a:p>
            <a:pPr indent="-381000" lvl="0" marL="457200" rtl="0" algn="l">
              <a:lnSpc>
                <a:spcPct val="115000"/>
              </a:lnSpc>
              <a:spcBef>
                <a:spcPts val="0"/>
              </a:spcBef>
              <a:spcAft>
                <a:spcPts val="0"/>
              </a:spcAft>
              <a:buSzPts val="2400"/>
              <a:buChar char="•"/>
            </a:pPr>
            <a:r>
              <a:rPr lang="en"/>
              <a:t>Include more variables gathered from urban forests</a:t>
            </a:r>
            <a:endParaRPr/>
          </a:p>
          <a:p>
            <a:pPr indent="-381000" lvl="0" marL="457200" rtl="0" algn="l">
              <a:lnSpc>
                <a:spcPct val="115000"/>
              </a:lnSpc>
              <a:spcBef>
                <a:spcPts val="0"/>
              </a:spcBef>
              <a:spcAft>
                <a:spcPts val="0"/>
              </a:spcAft>
              <a:buSzPts val="2400"/>
              <a:buChar char="•"/>
            </a:pPr>
            <a:r>
              <a:rPr lang="en"/>
              <a:t>Consider including city as a random effect in the models.</a:t>
            </a:r>
            <a:endParaRPr/>
          </a:p>
          <a:p>
            <a:pPr indent="0" lvl="0" marL="0" rtl="0" algn="l">
              <a:spcBef>
                <a:spcPts val="480"/>
              </a:spcBef>
              <a:spcAft>
                <a:spcPts val="0"/>
              </a:spcAft>
              <a:buNone/>
            </a:pPr>
            <a:r>
              <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p38"/>
          <p:cNvSpPr txBox="1"/>
          <p:nvPr>
            <p:ph idx="1" type="body"/>
          </p:nvPr>
        </p:nvSpPr>
        <p:spPr>
          <a:xfrm>
            <a:off x="311700" y="1688500"/>
            <a:ext cx="8520600" cy="769500"/>
          </a:xfrm>
          <a:prstGeom prst="rect">
            <a:avLst/>
          </a:prstGeom>
        </p:spPr>
        <p:txBody>
          <a:bodyPr anchorCtr="0" anchor="t" bIns="45700" lIns="91425" spcFirstLastPara="1" rIns="91425" wrap="square" tIns="45700">
            <a:spAutoFit/>
          </a:bodyPr>
          <a:lstStyle/>
          <a:p>
            <a:pPr indent="0" lvl="0" marL="0" rtl="0" algn="ctr">
              <a:spcBef>
                <a:spcPts val="480"/>
              </a:spcBef>
              <a:spcAft>
                <a:spcPts val="0"/>
              </a:spcAft>
              <a:buNone/>
            </a:pPr>
            <a:r>
              <a:rPr lang="en" sz="4400"/>
              <a:t>Questions?</a:t>
            </a:r>
            <a:endParaRPr sz="4400"/>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42" name="Shape 242"/>
        <p:cNvGrpSpPr/>
        <p:nvPr/>
      </p:nvGrpSpPr>
      <p:grpSpPr>
        <a:xfrm>
          <a:off x="0" y="0"/>
          <a:ext cx="0" cy="0"/>
          <a:chOff x="0" y="0"/>
          <a:chExt cx="0" cy="0"/>
        </a:xfrm>
      </p:grpSpPr>
      <p:sp>
        <p:nvSpPr>
          <p:cNvPr id="243" name="Google Shape;243;p39"/>
          <p:cNvSpPr txBox="1"/>
          <p:nvPr>
            <p:ph type="title"/>
          </p:nvPr>
        </p:nvSpPr>
        <p:spPr>
          <a:xfrm>
            <a:off x="311700" y="445025"/>
            <a:ext cx="8520600" cy="5727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
              <a:t>Conclusion</a:t>
            </a:r>
            <a:endParaRPr/>
          </a:p>
        </p:txBody>
      </p:sp>
      <p:sp>
        <p:nvSpPr>
          <p:cNvPr id="244" name="Google Shape;244;p39"/>
          <p:cNvSpPr txBox="1"/>
          <p:nvPr>
            <p:ph idx="1" type="body"/>
          </p:nvPr>
        </p:nvSpPr>
        <p:spPr>
          <a:xfrm>
            <a:off x="311700" y="1152475"/>
            <a:ext cx="8520600" cy="461700"/>
          </a:xfrm>
          <a:prstGeom prst="rect">
            <a:avLst/>
          </a:prstGeom>
        </p:spPr>
        <p:txBody>
          <a:bodyPr anchorCtr="0" anchor="t" bIns="45700" lIns="91425" spcFirstLastPara="1" rIns="91425" wrap="square" tIns="45700">
            <a:spAutoFit/>
          </a:bodyPr>
          <a:lstStyle/>
          <a:p>
            <a:pPr indent="0" lvl="0" marL="0" rtl="0" algn="l">
              <a:spcBef>
                <a:spcPts val="480"/>
              </a:spcBef>
              <a:spcAft>
                <a:spcPts val="0"/>
              </a:spcAft>
              <a:buNone/>
            </a:pPr>
            <a:r>
              <a:rPr lang="en"/>
              <a:t>Regression trees was the most accurate </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48" name="Shape 248"/>
        <p:cNvGrpSpPr/>
        <p:nvPr/>
      </p:nvGrpSpPr>
      <p:grpSpPr>
        <a:xfrm>
          <a:off x="0" y="0"/>
          <a:ext cx="0" cy="0"/>
          <a:chOff x="0" y="0"/>
          <a:chExt cx="0" cy="0"/>
        </a:xfrm>
      </p:grpSpPr>
      <p:sp>
        <p:nvSpPr>
          <p:cNvPr id="249" name="Google Shape;249;p40"/>
          <p:cNvSpPr txBox="1"/>
          <p:nvPr>
            <p:ph type="title"/>
          </p:nvPr>
        </p:nvSpPr>
        <p:spPr>
          <a:xfrm>
            <a:off x="311700" y="445025"/>
            <a:ext cx="8520600" cy="5727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
              <a:t>Notes</a:t>
            </a:r>
            <a:endParaRPr/>
          </a:p>
        </p:txBody>
      </p:sp>
      <p:sp>
        <p:nvSpPr>
          <p:cNvPr id="250" name="Google Shape;250;p40"/>
          <p:cNvSpPr txBox="1"/>
          <p:nvPr>
            <p:ph idx="1" type="body"/>
          </p:nvPr>
        </p:nvSpPr>
        <p:spPr>
          <a:xfrm>
            <a:off x="311700" y="1152475"/>
            <a:ext cx="8520600" cy="2308800"/>
          </a:xfrm>
          <a:prstGeom prst="rect">
            <a:avLst/>
          </a:prstGeom>
        </p:spPr>
        <p:txBody>
          <a:bodyPr anchorCtr="0" anchor="t" bIns="45700" lIns="91425" spcFirstLastPara="1" rIns="91425" wrap="square" tIns="45700">
            <a:spAutoFit/>
          </a:bodyPr>
          <a:lstStyle/>
          <a:p>
            <a:pPr indent="-381000" lvl="0" marL="457200" rtl="0" algn="l">
              <a:spcBef>
                <a:spcPts val="480"/>
              </a:spcBef>
              <a:spcAft>
                <a:spcPts val="0"/>
              </a:spcAft>
              <a:buSzPts val="2400"/>
              <a:buChar char="●"/>
            </a:pPr>
            <a:r>
              <a:rPr lang="en"/>
              <a:t>2 min on motivation</a:t>
            </a:r>
            <a:endParaRPr/>
          </a:p>
          <a:p>
            <a:pPr indent="-381000" lvl="0" marL="457200" rtl="0" algn="l">
              <a:spcBef>
                <a:spcPts val="0"/>
              </a:spcBef>
              <a:spcAft>
                <a:spcPts val="0"/>
              </a:spcAft>
              <a:buSzPts val="2400"/>
              <a:buChar char="●"/>
            </a:pPr>
            <a:r>
              <a:rPr lang="en"/>
              <a:t>5 min on data viz</a:t>
            </a:r>
            <a:endParaRPr/>
          </a:p>
          <a:p>
            <a:pPr indent="-381000" lvl="0" marL="457200" rtl="0" algn="l">
              <a:spcBef>
                <a:spcPts val="0"/>
              </a:spcBef>
              <a:spcAft>
                <a:spcPts val="0"/>
              </a:spcAft>
              <a:buSzPts val="2400"/>
              <a:buChar char="●"/>
            </a:pPr>
            <a:r>
              <a:rPr lang="en"/>
              <a:t>Rest of time on modeling</a:t>
            </a:r>
            <a:endParaRPr/>
          </a:p>
          <a:p>
            <a:pPr indent="-381000" lvl="0" marL="457200" rtl="0" algn="l">
              <a:spcBef>
                <a:spcPts val="0"/>
              </a:spcBef>
              <a:spcAft>
                <a:spcPts val="0"/>
              </a:spcAft>
              <a:buSzPts val="2400"/>
              <a:buChar char="●"/>
            </a:pPr>
            <a:r>
              <a:rPr lang="en"/>
              <a:t>Lissandro=&gt;Tegan=&gt;Harrison</a:t>
            </a:r>
            <a:endParaRPr/>
          </a:p>
          <a:p>
            <a:pPr indent="-381000" lvl="0" marL="457200" rtl="0" algn="l">
              <a:spcBef>
                <a:spcPts val="0"/>
              </a:spcBef>
              <a:spcAft>
                <a:spcPts val="0"/>
              </a:spcAft>
              <a:buSzPts val="2400"/>
              <a:buChar char="●"/>
            </a:pPr>
            <a:r>
              <a:rPr lang="en"/>
              <a:t>Make sure presentation is understandable and at a high level</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BU-Brand-Theme-MASTER">
  <a:themeElements>
    <a:clrScheme name="BU-Main">
      <a:dk1>
        <a:srgbClr val="004978"/>
      </a:dk1>
      <a:lt1>
        <a:srgbClr val="FCFFFA"/>
      </a:lt1>
      <a:dk2>
        <a:srgbClr val="004978"/>
      </a:dk2>
      <a:lt2>
        <a:srgbClr val="FCFFFA"/>
      </a:lt2>
      <a:accent1>
        <a:srgbClr val="EE8A2B"/>
      </a:accent1>
      <a:accent2>
        <a:srgbClr val="FFA300"/>
      </a:accent2>
      <a:accent3>
        <a:srgbClr val="0082BA"/>
      </a:accent3>
      <a:accent4>
        <a:srgbClr val="59CBE8"/>
      </a:accent4>
      <a:accent5>
        <a:srgbClr val="A7A8AA"/>
      </a:accent5>
      <a:accent6>
        <a:srgbClr val="E87722"/>
      </a:accent6>
      <a:hlink>
        <a:srgbClr val="67D4EC"/>
      </a:hlink>
      <a:folHlink>
        <a:srgbClr val="0094C6"/>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